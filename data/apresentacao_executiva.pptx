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9" r:id="rId2"/>
    <p:sldId id="256" r:id="rId3"/>
    <p:sldId id="257" r:id="rId4"/>
    <p:sldId id="260" r:id="rId5"/>
    <p:sldId id="269" r:id="rId6"/>
    <p:sldId id="270" r:id="rId7"/>
    <p:sldId id="271" r:id="rId8"/>
    <p:sldId id="273" r:id="rId9"/>
    <p:sldId id="274" r:id="rId10"/>
    <p:sldId id="267" r:id="rId11"/>
    <p:sldId id="278" r:id="rId12"/>
    <p:sldId id="27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1797" userDrawn="1">
          <p15:clr>
            <a:srgbClr val="A4A3A4"/>
          </p15:clr>
        </p15:guide>
        <p15:guide id="4" pos="6312" userDrawn="1">
          <p15:clr>
            <a:srgbClr val="A4A3A4"/>
          </p15:clr>
        </p15:guide>
        <p15:guide id="5" pos="13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431"/>
    <a:srgbClr val="001535"/>
    <a:srgbClr val="30896E"/>
    <a:srgbClr val="D48D29"/>
    <a:srgbClr val="000106"/>
    <a:srgbClr val="FFFFFF"/>
    <a:srgbClr val="00224D"/>
    <a:srgbClr val="1976D2"/>
    <a:srgbClr val="6FC6FF"/>
    <a:srgbClr val="164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B131C-336B-42BE-8758-53135D9B030A}" v="292" dt="2026-09-01T00:02:5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595" autoAdjust="0"/>
  </p:normalViewPr>
  <p:slideViewPr>
    <p:cSldViewPr snapToGrid="0" snapToObjects="1">
      <p:cViewPr varScale="1">
        <p:scale>
          <a:sx n="49" d="100"/>
          <a:sy n="49" d="100"/>
        </p:scale>
        <p:origin x="1512" y="48"/>
      </p:cViewPr>
      <p:guideLst>
        <p:guide pos="3840"/>
        <p:guide orient="horz" pos="1797"/>
        <p:guide pos="6312"/>
        <p:guide pos="1391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a Bernardo" userId="18de796cba436c55" providerId="LiveId" clId="{7BD70579-0088-445C-B9F6-77468D148B47}"/>
    <pc:docChg chg="undo redo custSel addSld delSld modSld sldOrd">
      <pc:chgData name="Erika Bernardo" userId="18de796cba436c55" providerId="LiveId" clId="{7BD70579-0088-445C-B9F6-77468D148B47}" dt="2026-09-01T01:15:05.595" v="3721" actId="478"/>
      <pc:docMkLst>
        <pc:docMk/>
      </pc:docMkLst>
      <pc:sldChg chg="addSp delSp modSp add mod modTransition delAnim modAnim modNotesTx">
        <pc:chgData name="Erika Bernardo" userId="18de796cba436c55" providerId="LiveId" clId="{7BD70579-0088-445C-B9F6-77468D148B47}" dt="2026-08-31T23:48:23.735" v="3631"/>
        <pc:sldMkLst>
          <pc:docMk/>
          <pc:sldMk cId="880067638" sldId="256"/>
        </pc:sldMkLst>
        <pc:spChg chg="mod">
          <ac:chgData name="Erika Bernardo" userId="18de796cba436c55" providerId="LiveId" clId="{7BD70579-0088-445C-B9F6-77468D148B47}" dt="2026-08-31T10:38:10.538" v="2797" actId="20577"/>
          <ac:spMkLst>
            <pc:docMk/>
            <pc:sldMk cId="880067638" sldId="256"/>
            <ac:spMk id="6" creationId="{00000000-0000-0000-0000-000000000000}"/>
          </ac:spMkLst>
        </pc:spChg>
        <pc:spChg chg="del mod">
          <ac:chgData name="Erika Bernardo" userId="18de796cba436c55" providerId="LiveId" clId="{7BD70579-0088-445C-B9F6-77468D148B47}" dt="2026-08-31T10:37:15.927" v="2767" actId="478"/>
          <ac:spMkLst>
            <pc:docMk/>
            <pc:sldMk cId="880067638" sldId="256"/>
            <ac:spMk id="7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35:54.086" v="2688" actId="27636"/>
          <ac:spMkLst>
            <pc:docMk/>
            <pc:sldMk cId="880067638" sldId="256"/>
            <ac:spMk id="25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45:53.340" v="3045" actId="14100"/>
          <ac:spMkLst>
            <pc:docMk/>
            <pc:sldMk cId="880067638" sldId="256"/>
            <ac:spMk id="28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45:41.865" v="3044"/>
          <ac:spMkLst>
            <pc:docMk/>
            <pc:sldMk cId="880067638" sldId="256"/>
            <ac:spMk id="29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35:54.112" v="2689" actId="27636"/>
          <ac:spMkLst>
            <pc:docMk/>
            <pc:sldMk cId="880067638" sldId="256"/>
            <ac:spMk id="30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35:54.068" v="2687" actId="27636"/>
          <ac:spMkLst>
            <pc:docMk/>
            <pc:sldMk cId="880067638" sldId="256"/>
            <ac:spMk id="32" creationId="{00000000-0000-0000-0000-000000000000}"/>
          </ac:spMkLst>
        </pc:spChg>
        <pc:spChg chg="del">
          <ac:chgData name="Erika Bernardo" userId="18de796cba436c55" providerId="LiveId" clId="{7BD70579-0088-445C-B9F6-77468D148B47}" dt="2026-08-31T10:46:10.399" v="3046" actId="21"/>
          <ac:spMkLst>
            <pc:docMk/>
            <pc:sldMk cId="880067638" sldId="256"/>
            <ac:spMk id="33" creationId="{00000000-0000-0000-0000-000000000000}"/>
          </ac:spMkLst>
        </pc:spChg>
        <pc:picChg chg="add del mod">
          <ac:chgData name="Erika Bernardo" userId="18de796cba436c55" providerId="LiveId" clId="{7BD70579-0088-445C-B9F6-77468D148B47}" dt="2026-08-31T16:29:57.546" v="3580"/>
          <ac:picMkLst>
            <pc:docMk/>
            <pc:sldMk cId="880067638" sldId="256"/>
            <ac:picMk id="37" creationId="{955D3244-020A-3FD2-7A59-3978E62A9795}"/>
          </ac:picMkLst>
        </pc:picChg>
        <pc:picChg chg="add del mod ord">
          <ac:chgData name="Erika Bernardo" userId="18de796cba436c55" providerId="LiveId" clId="{7BD70579-0088-445C-B9F6-77468D148B47}" dt="2026-08-31T16:30:44.445" v="3581"/>
          <ac:picMkLst>
            <pc:docMk/>
            <pc:sldMk cId="880067638" sldId="256"/>
            <ac:picMk id="40" creationId="{57A78415-1C85-0D31-CD74-4A28C33CA538}"/>
          </ac:picMkLst>
        </pc:picChg>
        <pc:picChg chg="add del mod">
          <ac:chgData name="Erika Bernardo" userId="18de796cba436c55" providerId="LiveId" clId="{7BD70579-0088-445C-B9F6-77468D148B47}" dt="2026-08-31T23:48:16.746" v="3630" actId="478"/>
          <ac:picMkLst>
            <pc:docMk/>
            <pc:sldMk cId="880067638" sldId="256"/>
            <ac:picMk id="41" creationId="{20B97858-06B5-6B40-B856-BBF6889F40B5}"/>
          </ac:picMkLst>
        </pc:picChg>
      </pc:sldChg>
      <pc:sldChg chg="add del setBg">
        <pc:chgData name="Erika Bernardo" userId="18de796cba436c55" providerId="LiveId" clId="{7BD70579-0088-445C-B9F6-77468D148B47}" dt="2026-08-31T10:12:08.629" v="2257" actId="47"/>
        <pc:sldMkLst>
          <pc:docMk/>
          <pc:sldMk cId="1273023981" sldId="256"/>
        </pc:sldMkLst>
      </pc:sldChg>
      <pc:sldChg chg="addSp delSp modSp mod modTransition delAnim modAnim modNotesTx">
        <pc:chgData name="Erika Bernardo" userId="18de796cba436c55" providerId="LiveId" clId="{7BD70579-0088-445C-B9F6-77468D148B47}" dt="2026-08-31T23:48:29.252" v="3632" actId="6549"/>
        <pc:sldMkLst>
          <pc:docMk/>
          <pc:sldMk cId="0" sldId="257"/>
        </pc:sldMkLst>
        <pc:picChg chg="add del mod ord">
          <ac:chgData name="Erika Bernardo" userId="18de796cba436c55" providerId="LiveId" clId="{7BD70579-0088-445C-B9F6-77468D148B47}" dt="2026-08-31T16:31:22.824" v="3582"/>
          <ac:picMkLst>
            <pc:docMk/>
            <pc:sldMk cId="0" sldId="257"/>
            <ac:picMk id="3" creationId="{4C4B5A8F-864A-A73D-02B0-B72D6CF58E71}"/>
          </ac:picMkLst>
        </pc:picChg>
        <pc:picChg chg="add del mod">
          <ac:chgData name="Erika Bernardo" userId="18de796cba436c55" providerId="LiveId" clId="{7BD70579-0088-445C-B9F6-77468D148B47}" dt="2026-08-31T16:31:40.969" v="3584"/>
          <ac:picMkLst>
            <pc:docMk/>
            <pc:sldMk cId="0" sldId="257"/>
            <ac:picMk id="5" creationId="{420E6DDD-B3DA-ED41-F1DD-E49E91C601DD}"/>
          </ac:picMkLst>
        </pc:picChg>
        <pc:picChg chg="add del mod ord">
          <ac:chgData name="Erika Bernardo" userId="18de796cba436c55" providerId="LiveId" clId="{7BD70579-0088-445C-B9F6-77468D148B47}" dt="2026-08-31T16:32:07.705" v="3585"/>
          <ac:picMkLst>
            <pc:docMk/>
            <pc:sldMk cId="0" sldId="257"/>
            <ac:picMk id="8" creationId="{63F81AEE-11FC-1367-02F2-AA85BE0ECC64}"/>
          </ac:picMkLst>
        </pc:picChg>
        <pc:picChg chg="add del mod">
          <ac:chgData name="Erika Bernardo" userId="18de796cba436c55" providerId="LiveId" clId="{7BD70579-0088-445C-B9F6-77468D148B47}" dt="2026-08-31T16:32:16.407" v="3587"/>
          <ac:picMkLst>
            <pc:docMk/>
            <pc:sldMk cId="0" sldId="257"/>
            <ac:picMk id="9" creationId="{9250AE98-51AA-D551-6086-B6DDEE80E85B}"/>
          </ac:picMkLst>
        </pc:picChg>
        <pc:picChg chg="add del mod ord">
          <ac:chgData name="Erika Bernardo" userId="18de796cba436c55" providerId="LiveId" clId="{7BD70579-0088-445C-B9F6-77468D148B47}" dt="2026-08-31T16:32:45.044" v="3588"/>
          <ac:picMkLst>
            <pc:docMk/>
            <pc:sldMk cId="0" sldId="257"/>
            <ac:picMk id="12" creationId="{C6492647-2438-BE7F-ED74-28FC6C0380D9}"/>
          </ac:picMkLst>
        </pc:picChg>
        <pc:picChg chg="add del mod">
          <ac:chgData name="Erika Bernardo" userId="18de796cba436c55" providerId="LiveId" clId="{7BD70579-0088-445C-B9F6-77468D148B47}" dt="2026-08-31T23:48:13.898" v="3629" actId="478"/>
          <ac:picMkLst>
            <pc:docMk/>
            <pc:sldMk cId="0" sldId="257"/>
            <ac:picMk id="13" creationId="{81507A7C-23DC-A192-ACB4-5F13F3BE399D}"/>
          </ac:picMkLst>
        </pc:picChg>
        <pc:picChg chg="add del mod">
          <ac:chgData name="Erika Bernardo" userId="18de796cba436c55" providerId="LiveId" clId="{7BD70579-0088-445C-B9F6-77468D148B47}" dt="2026-08-31T00:18:39.539" v="1701"/>
          <ac:picMkLst>
            <pc:docMk/>
            <pc:sldMk cId="0" sldId="257"/>
            <ac:picMk id="14" creationId="{1AF15546-69A7-FAA8-4A84-DB57233971EA}"/>
          </ac:picMkLst>
        </pc:picChg>
        <pc:picChg chg="add del mod ord">
          <ac:chgData name="Erika Bernardo" userId="18de796cba436c55" providerId="LiveId" clId="{7BD70579-0088-445C-B9F6-77468D148B47}" dt="2026-08-31T00:19:12.262" v="1702"/>
          <ac:picMkLst>
            <pc:docMk/>
            <pc:sldMk cId="0" sldId="257"/>
            <ac:picMk id="36" creationId="{2E87AC1F-ED13-BB4F-E837-D95D70E659F8}"/>
          </ac:picMkLst>
        </pc:picChg>
        <pc:picChg chg="add del mod">
          <ac:chgData name="Erika Bernardo" userId="18de796cba436c55" providerId="LiveId" clId="{7BD70579-0088-445C-B9F6-77468D148B47}" dt="2026-08-31T00:47:39.920" v="2222"/>
          <ac:picMkLst>
            <pc:docMk/>
            <pc:sldMk cId="0" sldId="257"/>
            <ac:picMk id="40" creationId="{440A5CE6-D80B-D8F0-F3BD-8B402E87E09E}"/>
          </ac:picMkLst>
        </pc:picChg>
        <pc:picChg chg="add del mod ord">
          <ac:chgData name="Erika Bernardo" userId="18de796cba436c55" providerId="LiveId" clId="{7BD70579-0088-445C-B9F6-77468D148B47}" dt="2026-08-31T00:48:06.669" v="2223"/>
          <ac:picMkLst>
            <pc:docMk/>
            <pc:sldMk cId="0" sldId="257"/>
            <ac:picMk id="49" creationId="{9ADCD445-9682-68D3-E6E5-05EA1079204D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0" sldId="257"/>
            <ac:picMk id="50" creationId="{FBAAC7ED-2C0A-4D53-60EA-A75B7322A774}"/>
          </ac:picMkLst>
        </pc:picChg>
      </pc:sldChg>
      <pc:sldChg chg="add del">
        <pc:chgData name="Erika Bernardo" userId="18de796cba436c55" providerId="LiveId" clId="{7BD70579-0088-445C-B9F6-77468D148B47}" dt="2026-08-31T10:14:12.107" v="2274" actId="47"/>
        <pc:sldMkLst>
          <pc:docMk/>
          <pc:sldMk cId="3089537388" sldId="258"/>
        </pc:sldMkLst>
      </pc:sldChg>
      <pc:sldChg chg="addSp delSp modSp mod ord modTransition setBg modAnim modNotesTx">
        <pc:chgData name="Erika Bernardo" userId="18de796cba436c55" providerId="LiveId" clId="{7BD70579-0088-445C-B9F6-77468D148B47}" dt="2026-08-31T23:48:35.556" v="3633" actId="6549"/>
        <pc:sldMkLst>
          <pc:docMk/>
          <pc:sldMk cId="0" sldId="260"/>
        </pc:sldMkLst>
        <pc:spChg chg="mod">
          <ac:chgData name="Erika Bernardo" userId="18de796cba436c55" providerId="LiveId" clId="{7BD70579-0088-445C-B9F6-77468D148B47}" dt="2026-08-30T22:53:08.168" v="1497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54:00.256" v="1504" actId="403"/>
          <ac:spMkLst>
            <pc:docMk/>
            <pc:sldMk cId="0" sldId="260"/>
            <ac:spMk id="3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0:36:19.997" v="187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08.746" v="3315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56.732" v="3319" actId="108"/>
          <ac:spMkLst>
            <pc:docMk/>
            <pc:sldMk cId="0" sldId="260"/>
            <ac:spMk id="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0:37:08.001" v="197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08.746" v="3315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45.266" v="3318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6:37.542" v="802" actId="10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0:37:36.089" v="200" actId="10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08.746" v="3315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6:08.746" v="3315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55:51.009" v="3313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54:17.768" v="1509" actId="207"/>
          <ac:spMkLst>
            <pc:docMk/>
            <pc:sldMk cId="0" sldId="260"/>
            <ac:spMk id="19" creationId="{00000000-0000-0000-0000-000000000000}"/>
          </ac:spMkLst>
        </pc:spChg>
        <pc:spChg chg="add mod">
          <ac:chgData name="Erika Bernardo" userId="18de796cba436c55" providerId="LiveId" clId="{7BD70579-0088-445C-B9F6-77468D148B47}" dt="2026-08-31T10:56:31.749" v="3316" actId="14100"/>
          <ac:spMkLst>
            <pc:docMk/>
            <pc:sldMk cId="0" sldId="260"/>
            <ac:spMk id="22" creationId="{85741DF2-96AA-4A81-54F0-7752C6B6A9C3}"/>
          </ac:spMkLst>
        </pc:spChg>
        <pc:spChg chg="add mod">
          <ac:chgData name="Erika Bernardo" userId="18de796cba436c55" providerId="LiveId" clId="{7BD70579-0088-445C-B9F6-77468D148B47}" dt="2026-08-30T21:46:51.137" v="805" actId="14100"/>
          <ac:spMkLst>
            <pc:docMk/>
            <pc:sldMk cId="0" sldId="260"/>
            <ac:spMk id="26" creationId="{E89BDCB9-C12B-AD87-4960-C9F4AF8FCBCF}"/>
          </ac:spMkLst>
        </pc:spChg>
        <pc:picChg chg="add del mod ord">
          <ac:chgData name="Erika Bernardo" userId="18de796cba436c55" providerId="LiveId" clId="{7BD70579-0088-445C-B9F6-77468D148B47}" dt="2026-08-31T16:33:33.179" v="3589"/>
          <ac:picMkLst>
            <pc:docMk/>
            <pc:sldMk cId="0" sldId="260"/>
            <ac:picMk id="4" creationId="{1363F616-21A6-85D7-D731-29D95B863692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0" sldId="260"/>
            <ac:picMk id="17" creationId="{C21EA835-6321-0392-E9A5-B2336F43D761}"/>
          </ac:picMkLst>
        </pc:picChg>
        <pc:picChg chg="add del mod">
          <ac:chgData name="Erika Bernardo" userId="18de796cba436c55" providerId="LiveId" clId="{7BD70579-0088-445C-B9F6-77468D148B47}" dt="2026-08-31T00:08:25.135" v="1593"/>
          <ac:picMkLst>
            <pc:docMk/>
            <pc:sldMk cId="0" sldId="260"/>
            <ac:picMk id="31" creationId="{1D042678-E0E6-B4C3-CD6D-FA72AEA0782C}"/>
          </ac:picMkLst>
        </pc:picChg>
        <pc:picChg chg="add del mod ord">
          <ac:chgData name="Erika Bernardo" userId="18de796cba436c55" providerId="LiveId" clId="{7BD70579-0088-445C-B9F6-77468D148B47}" dt="2026-08-31T00:09:16.507" v="1594"/>
          <ac:picMkLst>
            <pc:docMk/>
            <pc:sldMk cId="0" sldId="260"/>
            <ac:picMk id="37" creationId="{10556E6F-E093-0FF9-B303-A7EAB6C94242}"/>
          </ac:picMkLst>
        </pc:picChg>
        <pc:picChg chg="add del mod">
          <ac:chgData name="Erika Bernardo" userId="18de796cba436c55" providerId="LiveId" clId="{7BD70579-0088-445C-B9F6-77468D148B47}" dt="2026-08-31T00:20:46.562" v="1710"/>
          <ac:picMkLst>
            <pc:docMk/>
            <pc:sldMk cId="0" sldId="260"/>
            <ac:picMk id="38" creationId="{CE259DAD-1BDE-9A68-A26D-0355A7572526}"/>
          </ac:picMkLst>
        </pc:picChg>
        <pc:picChg chg="add del mod ord">
          <ac:chgData name="Erika Bernardo" userId="18de796cba436c55" providerId="LiveId" clId="{7BD70579-0088-445C-B9F6-77468D148B47}" dt="2026-08-31T00:21:07.358" v="1711"/>
          <ac:picMkLst>
            <pc:docMk/>
            <pc:sldMk cId="0" sldId="260"/>
            <ac:picMk id="46" creationId="{919F39F5-067C-F32F-EFC4-F11E09D98EBD}"/>
          </ac:picMkLst>
        </pc:picChg>
        <pc:picChg chg="add del mod">
          <ac:chgData name="Erika Bernardo" userId="18de796cba436c55" providerId="LiveId" clId="{7BD70579-0088-445C-B9F6-77468D148B47}" dt="2026-08-31T00:21:10.039" v="1713"/>
          <ac:picMkLst>
            <pc:docMk/>
            <pc:sldMk cId="0" sldId="260"/>
            <ac:picMk id="47" creationId="{9A5F4CE1-E765-2493-5C66-D9B210310B52}"/>
          </ac:picMkLst>
        </pc:picChg>
        <pc:picChg chg="add del mod ord">
          <ac:chgData name="Erika Bernardo" userId="18de796cba436c55" providerId="LiveId" clId="{7BD70579-0088-445C-B9F6-77468D148B47}" dt="2026-08-31T00:21:17.845" v="1714"/>
          <ac:picMkLst>
            <pc:docMk/>
            <pc:sldMk cId="0" sldId="260"/>
            <ac:picMk id="50" creationId="{0BFE7D35-49AC-E907-4369-6E82AA55C8E3}"/>
          </ac:picMkLst>
        </pc:picChg>
        <pc:picChg chg="add del mod">
          <ac:chgData name="Erika Bernardo" userId="18de796cba436c55" providerId="LiveId" clId="{7BD70579-0088-445C-B9F6-77468D148B47}" dt="2026-08-31T00:21:21.502" v="1716"/>
          <ac:picMkLst>
            <pc:docMk/>
            <pc:sldMk cId="0" sldId="260"/>
            <ac:picMk id="51" creationId="{409C3173-D08A-503E-6AC3-630242338788}"/>
          </ac:picMkLst>
        </pc:picChg>
        <pc:picChg chg="add del mod ord">
          <ac:chgData name="Erika Bernardo" userId="18de796cba436c55" providerId="LiveId" clId="{7BD70579-0088-445C-B9F6-77468D148B47}" dt="2026-08-31T00:22:00.019" v="1717"/>
          <ac:picMkLst>
            <pc:docMk/>
            <pc:sldMk cId="0" sldId="260"/>
            <ac:picMk id="54" creationId="{FAA61805-75B4-5DBD-AF1F-5055CB1FE1F0}"/>
          </ac:picMkLst>
        </pc:picChg>
        <pc:picChg chg="add del mod">
          <ac:chgData name="Erika Bernardo" userId="18de796cba436c55" providerId="LiveId" clId="{7BD70579-0088-445C-B9F6-77468D148B47}" dt="2026-08-31T00:22:08.807" v="1719"/>
          <ac:picMkLst>
            <pc:docMk/>
            <pc:sldMk cId="0" sldId="260"/>
            <ac:picMk id="55" creationId="{A57DF3FA-061A-4F3F-BBDB-C24EAFF1C1DD}"/>
          </ac:picMkLst>
        </pc:picChg>
        <pc:picChg chg="add del mod ord">
          <ac:chgData name="Erika Bernardo" userId="18de796cba436c55" providerId="LiveId" clId="{7BD70579-0088-445C-B9F6-77468D148B47}" dt="2026-08-31T00:22:15.898" v="1720"/>
          <ac:picMkLst>
            <pc:docMk/>
            <pc:sldMk cId="0" sldId="260"/>
            <ac:picMk id="58" creationId="{99E613A7-B7E6-70CA-292F-6765A95BAD4D}"/>
          </ac:picMkLst>
        </pc:picChg>
        <pc:picChg chg="add del mod">
          <ac:chgData name="Erika Bernardo" userId="18de796cba436c55" providerId="LiveId" clId="{7BD70579-0088-445C-B9F6-77468D148B47}" dt="2026-08-31T00:22:18.737" v="1722"/>
          <ac:picMkLst>
            <pc:docMk/>
            <pc:sldMk cId="0" sldId="260"/>
            <ac:picMk id="59" creationId="{90423C65-6572-719F-C320-0A6E00478ACE}"/>
          </ac:picMkLst>
        </pc:picChg>
        <pc:picChg chg="add del mod ord">
          <ac:chgData name="Erika Bernardo" userId="18de796cba436c55" providerId="LiveId" clId="{7BD70579-0088-445C-B9F6-77468D148B47}" dt="2026-08-31T00:22:53.283" v="1723"/>
          <ac:picMkLst>
            <pc:docMk/>
            <pc:sldMk cId="0" sldId="260"/>
            <ac:picMk id="62" creationId="{36EE9268-4E01-7811-A421-A00C20CCFEF5}"/>
          </ac:picMkLst>
        </pc:picChg>
        <pc:picChg chg="add del mod">
          <ac:chgData name="Erika Bernardo" userId="18de796cba436c55" providerId="LiveId" clId="{7BD70579-0088-445C-B9F6-77468D148B47}" dt="2026-08-31T00:23:01.715" v="1725"/>
          <ac:picMkLst>
            <pc:docMk/>
            <pc:sldMk cId="0" sldId="260"/>
            <ac:picMk id="63" creationId="{2ACE7BBC-BA03-E3FE-A06F-F7417A6583AC}"/>
          </ac:picMkLst>
        </pc:picChg>
        <pc:picChg chg="add del mod ord">
          <ac:chgData name="Erika Bernardo" userId="18de796cba436c55" providerId="LiveId" clId="{7BD70579-0088-445C-B9F6-77468D148B47}" dt="2026-08-31T00:26:46.887" v="1936"/>
          <ac:picMkLst>
            <pc:docMk/>
            <pc:sldMk cId="0" sldId="260"/>
            <ac:picMk id="66" creationId="{F564920E-3D64-B81A-A026-A0BD0F0E40EA}"/>
          </ac:picMkLst>
        </pc:picChg>
        <pc:picChg chg="add del mod">
          <ac:chgData name="Erika Bernardo" userId="18de796cba436c55" providerId="LiveId" clId="{7BD70579-0088-445C-B9F6-77468D148B47}" dt="2026-08-31T00:26:53.324" v="1938"/>
          <ac:picMkLst>
            <pc:docMk/>
            <pc:sldMk cId="0" sldId="260"/>
            <ac:picMk id="67" creationId="{146C449D-510F-D016-808E-E6577639211D}"/>
          </ac:picMkLst>
        </pc:picChg>
        <pc:picChg chg="add del mod ord">
          <ac:chgData name="Erika Bernardo" userId="18de796cba436c55" providerId="LiveId" clId="{7BD70579-0088-445C-B9F6-77468D148B47}" dt="2026-08-31T00:27:45.834" v="1939"/>
          <ac:picMkLst>
            <pc:docMk/>
            <pc:sldMk cId="0" sldId="260"/>
            <ac:picMk id="70" creationId="{A31FEEB8-6CCB-8C57-7450-5BE191DB8E48}"/>
          </ac:picMkLst>
        </pc:picChg>
        <pc:picChg chg="add del mod">
          <ac:chgData name="Erika Bernardo" userId="18de796cba436c55" providerId="LiveId" clId="{7BD70579-0088-445C-B9F6-77468D148B47}" dt="2026-08-31T00:28:35.285" v="1959"/>
          <ac:picMkLst>
            <pc:docMk/>
            <pc:sldMk cId="0" sldId="260"/>
            <ac:picMk id="71" creationId="{C1C676CF-8B7F-D6FF-5B2B-A7FAEED37687}"/>
          </ac:picMkLst>
        </pc:picChg>
        <pc:picChg chg="add del mod ord">
          <ac:chgData name="Erika Bernardo" userId="18de796cba436c55" providerId="LiveId" clId="{7BD70579-0088-445C-B9F6-77468D148B47}" dt="2026-08-31T00:29:42.360" v="1960"/>
          <ac:picMkLst>
            <pc:docMk/>
            <pc:sldMk cId="0" sldId="260"/>
            <ac:picMk id="74" creationId="{CEC58433-B55C-9C91-E388-B1D78B5F0476}"/>
          </ac:picMkLst>
        </pc:picChg>
        <pc:picChg chg="add del mod">
          <ac:chgData name="Erika Bernardo" userId="18de796cba436c55" providerId="LiveId" clId="{7BD70579-0088-445C-B9F6-77468D148B47}" dt="2026-08-31T00:29:56.167" v="1962"/>
          <ac:picMkLst>
            <pc:docMk/>
            <pc:sldMk cId="0" sldId="260"/>
            <ac:picMk id="75" creationId="{041FBAF6-EB15-FE2E-E008-DFF6C18D121D}"/>
          </ac:picMkLst>
        </pc:picChg>
        <pc:picChg chg="add del mod ord">
          <ac:chgData name="Erika Bernardo" userId="18de796cba436c55" providerId="LiveId" clId="{7BD70579-0088-445C-B9F6-77468D148B47}" dt="2026-08-31T00:30:01.130" v="1963"/>
          <ac:picMkLst>
            <pc:docMk/>
            <pc:sldMk cId="0" sldId="260"/>
            <ac:picMk id="78" creationId="{9EC70F44-CA89-D4FD-E19B-85D9F4A65821}"/>
          </ac:picMkLst>
        </pc:picChg>
        <pc:picChg chg="add del mod">
          <ac:chgData name="Erika Bernardo" userId="18de796cba436c55" providerId="LiveId" clId="{7BD70579-0088-445C-B9F6-77468D148B47}" dt="2026-08-31T00:30:04.937" v="1965"/>
          <ac:picMkLst>
            <pc:docMk/>
            <pc:sldMk cId="0" sldId="260"/>
            <ac:picMk id="79" creationId="{7A719F00-B0A4-84F0-C091-8B75F1F8716F}"/>
          </ac:picMkLst>
        </pc:picChg>
        <pc:picChg chg="add del mod ord">
          <ac:chgData name="Erika Bernardo" userId="18de796cba436c55" providerId="LiveId" clId="{7BD70579-0088-445C-B9F6-77468D148B47}" dt="2026-08-31T00:32:04.895" v="1966"/>
          <ac:picMkLst>
            <pc:docMk/>
            <pc:sldMk cId="0" sldId="260"/>
            <ac:picMk id="82" creationId="{6324A6CC-28B5-84A8-9781-5C6A3007BCBB}"/>
          </ac:picMkLst>
        </pc:picChg>
        <pc:picChg chg="add del mod">
          <ac:chgData name="Erika Bernardo" userId="18de796cba436c55" providerId="LiveId" clId="{7BD70579-0088-445C-B9F6-77468D148B47}" dt="2026-08-31T00:48:14.745" v="2225"/>
          <ac:picMkLst>
            <pc:docMk/>
            <pc:sldMk cId="0" sldId="260"/>
            <ac:picMk id="83" creationId="{854C6B6C-4320-287E-32EF-18D3EE3F8F6E}"/>
          </ac:picMkLst>
        </pc:picChg>
        <pc:picChg chg="add del mod ord">
          <ac:chgData name="Erika Bernardo" userId="18de796cba436c55" providerId="LiveId" clId="{7BD70579-0088-445C-B9F6-77468D148B47}" dt="2026-08-31T00:49:15.547" v="2226"/>
          <ac:picMkLst>
            <pc:docMk/>
            <pc:sldMk cId="0" sldId="260"/>
            <ac:picMk id="90" creationId="{1A735DEF-3A92-028D-236A-A13A654981BC}"/>
          </ac:picMkLst>
        </pc:picChg>
        <pc:picChg chg="add del mod">
          <ac:chgData name="Erika Bernardo" userId="18de796cba436c55" providerId="LiveId" clId="{7BD70579-0088-445C-B9F6-77468D148B47}" dt="2026-08-31T00:53:33.192" v="2228"/>
          <ac:picMkLst>
            <pc:docMk/>
            <pc:sldMk cId="0" sldId="260"/>
            <ac:picMk id="91" creationId="{F689A14C-686A-BE54-21A0-37F106F093C2}"/>
          </ac:picMkLst>
        </pc:picChg>
        <pc:picChg chg="add del mod ord">
          <ac:chgData name="Erika Bernardo" userId="18de796cba436c55" providerId="LiveId" clId="{7BD70579-0088-445C-B9F6-77468D148B47}" dt="2026-08-31T00:54:05.782" v="2229"/>
          <ac:picMkLst>
            <pc:docMk/>
            <pc:sldMk cId="0" sldId="260"/>
            <ac:picMk id="94" creationId="{57B69D35-29DE-A7C3-C444-FDAA49AA7733}"/>
          </ac:picMkLst>
        </pc:picChg>
        <pc:picChg chg="add del mod">
          <ac:chgData name="Erika Bernardo" userId="18de796cba436c55" providerId="LiveId" clId="{7BD70579-0088-445C-B9F6-77468D148B47}" dt="2026-08-31T00:54:17.504" v="2231"/>
          <ac:picMkLst>
            <pc:docMk/>
            <pc:sldMk cId="0" sldId="260"/>
            <ac:picMk id="95" creationId="{16F142B6-9A3E-2FE8-EE80-C7B3AB458B53}"/>
          </ac:picMkLst>
        </pc:picChg>
        <pc:picChg chg="add del mod ord">
          <ac:chgData name="Erika Bernardo" userId="18de796cba436c55" providerId="LiveId" clId="{7BD70579-0088-445C-B9F6-77468D148B47}" dt="2026-08-31T00:54:51.598" v="2232"/>
          <ac:picMkLst>
            <pc:docMk/>
            <pc:sldMk cId="0" sldId="260"/>
            <ac:picMk id="99" creationId="{B8F90393-71B8-4CEC-4890-FF352AA31A17}"/>
          </ac:picMkLst>
        </pc:picChg>
        <pc:picChg chg="add del mod">
          <ac:chgData name="Erika Bernardo" userId="18de796cba436c55" providerId="LiveId" clId="{7BD70579-0088-445C-B9F6-77468D148B47}" dt="2026-08-31T00:54:58.598" v="2234"/>
          <ac:picMkLst>
            <pc:docMk/>
            <pc:sldMk cId="0" sldId="260"/>
            <ac:picMk id="100" creationId="{FBEBD5ED-9DCD-8209-9AAC-96C8F8F6524F}"/>
          </ac:picMkLst>
        </pc:picChg>
        <pc:picChg chg="add del mod ord">
          <ac:chgData name="Erika Bernardo" userId="18de796cba436c55" providerId="LiveId" clId="{7BD70579-0088-445C-B9F6-77468D148B47}" dt="2026-08-31T00:55:29.850" v="2235"/>
          <ac:picMkLst>
            <pc:docMk/>
            <pc:sldMk cId="0" sldId="260"/>
            <ac:picMk id="103" creationId="{FBFEB9BF-F122-F3A0-F0B2-9D334656021D}"/>
          </ac:picMkLst>
        </pc:picChg>
        <pc:picChg chg="add del mod">
          <ac:chgData name="Erika Bernardo" userId="18de796cba436c55" providerId="LiveId" clId="{7BD70579-0088-445C-B9F6-77468D148B47}" dt="2026-08-31T00:55:37.143" v="2237"/>
          <ac:picMkLst>
            <pc:docMk/>
            <pc:sldMk cId="0" sldId="260"/>
            <ac:picMk id="104" creationId="{632B97BF-83C4-1D09-B2DE-678DEEC798B1}"/>
          </ac:picMkLst>
        </pc:picChg>
        <pc:picChg chg="add del mod ord">
          <ac:chgData name="Erika Bernardo" userId="18de796cba436c55" providerId="LiveId" clId="{7BD70579-0088-445C-B9F6-77468D148B47}" dt="2026-08-31T00:56:13.962" v="2238"/>
          <ac:picMkLst>
            <pc:docMk/>
            <pc:sldMk cId="0" sldId="260"/>
            <ac:picMk id="107" creationId="{A6EA8819-B16D-52C3-ABE7-4BDBDED6F38C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0" sldId="260"/>
            <ac:picMk id="108" creationId="{2A7746FF-4CA1-3DEE-5C60-FC37AD0CA1BE}"/>
          </ac:picMkLst>
        </pc:picChg>
      </pc:sldChg>
      <pc:sldChg chg="add del">
        <pc:chgData name="Erika Bernardo" userId="18de796cba436c55" providerId="LiveId" clId="{7BD70579-0088-445C-B9F6-77468D148B47}" dt="2026-08-31T10:14:14.626" v="2276" actId="47"/>
        <pc:sldMkLst>
          <pc:docMk/>
          <pc:sldMk cId="2351395949" sldId="261"/>
        </pc:sldMkLst>
      </pc:sldChg>
      <pc:sldChg chg="addSp delSp modSp mod ord modTransition modAnim modNotesTx">
        <pc:chgData name="Erika Bernardo" userId="18de796cba436c55" providerId="LiveId" clId="{7BD70579-0088-445C-B9F6-77468D148B47}" dt="2026-08-31T23:49:00.345" v="3639" actId="6549"/>
        <pc:sldMkLst>
          <pc:docMk/>
          <pc:sldMk cId="0" sldId="267"/>
        </pc:sldMkLst>
        <pc:spChg chg="mod">
          <ac:chgData name="Erika Bernardo" userId="18de796cba436c55" providerId="LiveId" clId="{7BD70579-0088-445C-B9F6-77468D148B47}" dt="2026-08-30T22:27:13.964" v="965"/>
          <ac:spMkLst>
            <pc:docMk/>
            <pc:sldMk cId="0" sldId="267"/>
            <ac:spMk id="3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28:21.098" v="990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29:30.057" v="1002" actId="108"/>
          <ac:spMkLst>
            <pc:docMk/>
            <pc:sldMk cId="0" sldId="267"/>
            <ac:spMk id="7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30:36.631" v="1074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30:03.581" v="1028" actId="2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31:10.893" v="1079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43:57.455" v="1470" actId="2057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33:26.884" v="1335" actId="20577"/>
          <ac:spMkLst>
            <pc:docMk/>
            <pc:sldMk cId="0" sldId="267"/>
            <ac:spMk id="17" creationId="{00000000-0000-0000-0000-000000000000}"/>
          </ac:spMkLst>
        </pc:spChg>
        <pc:picChg chg="add del mod">
          <ac:chgData name="Erika Bernardo" userId="18de796cba436c55" providerId="LiveId" clId="{7BD70579-0088-445C-B9F6-77468D148B47}" dt="2026-08-31T01:02:26.342" v="2246"/>
          <ac:picMkLst>
            <pc:docMk/>
            <pc:sldMk cId="0" sldId="267"/>
            <ac:picMk id="20" creationId="{AF774920-4B84-C9A1-C7D5-7960D1DAE4EC}"/>
          </ac:picMkLst>
        </pc:picChg>
        <pc:picChg chg="add del mod ord">
          <ac:chgData name="Erika Bernardo" userId="18de796cba436c55" providerId="LiveId" clId="{7BD70579-0088-445C-B9F6-77468D148B47}" dt="2026-08-31T16:40:37.278" v="3619"/>
          <ac:picMkLst>
            <pc:docMk/>
            <pc:sldMk cId="0" sldId="267"/>
            <ac:picMk id="20" creationId="{CC2130C3-F60E-D860-4454-2EDF1EB86540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0" sldId="267"/>
            <ac:picMk id="21" creationId="{50FFA4C1-4C07-734D-24AB-BD5E6D64AEF7}"/>
          </ac:picMkLst>
        </pc:picChg>
        <pc:picChg chg="add mod ord">
          <ac:chgData name="Erika Bernardo" userId="18de796cba436c55" providerId="LiveId" clId="{7BD70579-0088-445C-B9F6-77468D148B47}" dt="2026-08-31T16:38:07.859" v="3614" actId="1076"/>
          <ac:picMkLst>
            <pc:docMk/>
            <pc:sldMk cId="0" sldId="267"/>
            <ac:picMk id="23" creationId="{9FA12648-F1FA-1AC5-5A07-D88765F71D90}"/>
          </ac:picMkLst>
        </pc:picChg>
        <pc:picChg chg="add del mod">
          <ac:chgData name="Erika Bernardo" userId="18de796cba436c55" providerId="LiveId" clId="{7BD70579-0088-445C-B9F6-77468D148B47}" dt="2026-08-31T16:41:08.336" v="3623"/>
          <ac:picMkLst>
            <pc:docMk/>
            <pc:sldMk cId="0" sldId="267"/>
            <ac:picMk id="24" creationId="{38868DB0-3AC9-9532-1BF1-8380F074A946}"/>
          </ac:picMkLst>
        </pc:picChg>
        <pc:picChg chg="add del mod ord">
          <ac:chgData name="Erika Bernardo" userId="18de796cba436c55" providerId="LiveId" clId="{7BD70579-0088-445C-B9F6-77468D148B47}" dt="2026-08-31T16:41:31.613" v="3624"/>
          <ac:picMkLst>
            <pc:docMk/>
            <pc:sldMk cId="0" sldId="267"/>
            <ac:picMk id="28" creationId="{DEAA84CC-C1C7-F2E5-7B6E-9CF77F0A9734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0" sldId="267"/>
            <ac:picMk id="29" creationId="{59EEBF43-5002-2A4F-F38A-5093F73C3CEB}"/>
          </ac:picMkLst>
        </pc:picChg>
      </pc:sldChg>
      <pc:sldChg chg="addSp delSp modSp mod modTransition modAnim modNotesTx">
        <pc:chgData name="Erika Bernardo" userId="18de796cba436c55" providerId="LiveId" clId="{7BD70579-0088-445C-B9F6-77468D148B47}" dt="2026-08-31T23:48:38.806" v="3634" actId="6549"/>
        <pc:sldMkLst>
          <pc:docMk/>
          <pc:sldMk cId="2062693719" sldId="269"/>
        </pc:sldMkLst>
        <pc:spChg chg="mod ord">
          <ac:chgData name="Erika Bernardo" userId="18de796cba436c55" providerId="LiveId" clId="{7BD70579-0088-445C-B9F6-77468D148B47}" dt="2026-08-30T20:11:30.742" v="8" actId="1076"/>
          <ac:spMkLst>
            <pc:docMk/>
            <pc:sldMk cId="2062693719" sldId="269"/>
            <ac:spMk id="7" creationId="{00000000-0000-0000-0000-000000000000}"/>
          </ac:spMkLst>
        </pc:spChg>
        <pc:spChg chg="mod ord">
          <ac:chgData name="Erika Bernardo" userId="18de796cba436c55" providerId="LiveId" clId="{7BD70579-0088-445C-B9F6-77468D148B47}" dt="2026-08-30T20:11:30.742" v="8" actId="1076"/>
          <ac:spMkLst>
            <pc:docMk/>
            <pc:sldMk cId="2062693719" sldId="269"/>
            <ac:spMk id="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5:48.796" v="794" actId="1076"/>
          <ac:spMkLst>
            <pc:docMk/>
            <pc:sldMk cId="2062693719" sldId="269"/>
            <ac:spMk id="2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5:48.796" v="794" actId="1076"/>
          <ac:spMkLst>
            <pc:docMk/>
            <pc:sldMk cId="2062693719" sldId="269"/>
            <ac:spMk id="31" creationId="{00000000-0000-0000-0000-000000000000}"/>
          </ac:spMkLst>
        </pc:spChg>
        <pc:picChg chg="add del mod ord">
          <ac:chgData name="Erika Bernardo" userId="18de796cba436c55" providerId="LiveId" clId="{7BD70579-0088-445C-B9F6-77468D148B47}" dt="2026-08-31T16:34:00.972" v="3590"/>
          <ac:picMkLst>
            <pc:docMk/>
            <pc:sldMk cId="2062693719" sldId="269"/>
            <ac:picMk id="29" creationId="{ACBB756A-0631-4B6C-B602-D1A712392F2E}"/>
          </ac:picMkLst>
        </pc:picChg>
        <pc:picChg chg="add del mod">
          <ac:chgData name="Erika Bernardo" userId="18de796cba436c55" providerId="LiveId" clId="{7BD70579-0088-445C-B9F6-77468D148B47}" dt="2026-08-31T16:34:12.618" v="3592"/>
          <ac:picMkLst>
            <pc:docMk/>
            <pc:sldMk cId="2062693719" sldId="269"/>
            <ac:picMk id="30" creationId="{643D9CA4-9E9D-3A14-E4E2-4DB858616FD2}"/>
          </ac:picMkLst>
        </pc:picChg>
        <pc:picChg chg="add del mod ord">
          <ac:chgData name="Erika Bernardo" userId="18de796cba436c55" providerId="LiveId" clId="{7BD70579-0088-445C-B9F6-77468D148B47}" dt="2026-08-31T16:34:46.338" v="3593"/>
          <ac:picMkLst>
            <pc:docMk/>
            <pc:sldMk cId="2062693719" sldId="269"/>
            <ac:picMk id="36" creationId="{4C23B252-9B70-1D66-D0FD-7C4046B29E48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2062693719" sldId="269"/>
            <ac:picMk id="37" creationId="{F347DEAA-A96A-5BEC-F1EC-63CDF20467DE}"/>
          </ac:picMkLst>
        </pc:picChg>
        <pc:picChg chg="add del mod">
          <ac:chgData name="Erika Bernardo" userId="18de796cba436c55" providerId="LiveId" clId="{7BD70579-0088-445C-B9F6-77468D148B47}" dt="2026-08-31T00:07:22.295" v="1590"/>
          <ac:picMkLst>
            <pc:docMk/>
            <pc:sldMk cId="2062693719" sldId="269"/>
            <ac:picMk id="41" creationId="{3D353F19-1FB0-4498-E32B-AFFA195EF784}"/>
          </ac:picMkLst>
        </pc:picChg>
        <pc:picChg chg="add del mod ord">
          <ac:chgData name="Erika Bernardo" userId="18de796cba436c55" providerId="LiveId" clId="{7BD70579-0088-445C-B9F6-77468D148B47}" dt="2026-08-31T00:08:01.062" v="1591"/>
          <ac:picMkLst>
            <pc:docMk/>
            <pc:sldMk cId="2062693719" sldId="269"/>
            <ac:picMk id="46" creationId="{B1FFE66D-B773-B550-9E62-2BDB79E21005}"/>
          </ac:picMkLst>
        </pc:picChg>
        <pc:picChg chg="add del mod">
          <ac:chgData name="Erika Bernardo" userId="18de796cba436c55" providerId="LiveId" clId="{7BD70579-0088-445C-B9F6-77468D148B47}" dt="2026-08-31T00:19:23.115" v="1704"/>
          <ac:picMkLst>
            <pc:docMk/>
            <pc:sldMk cId="2062693719" sldId="269"/>
            <ac:picMk id="47" creationId="{85BAABF4-ACFC-483C-0004-391181EBC588}"/>
          </ac:picMkLst>
        </pc:picChg>
        <pc:picChg chg="add del mod ord">
          <ac:chgData name="Erika Bernardo" userId="18de796cba436c55" providerId="LiveId" clId="{7BD70579-0088-445C-B9F6-77468D148B47}" dt="2026-08-31T00:19:43.065" v="1705"/>
          <ac:picMkLst>
            <pc:docMk/>
            <pc:sldMk cId="2062693719" sldId="269"/>
            <ac:picMk id="61" creationId="{A3F7CF98-B919-85D7-8662-102A623D1AEE}"/>
          </ac:picMkLst>
        </pc:picChg>
        <pc:picChg chg="add del mod">
          <ac:chgData name="Erika Bernardo" userId="18de796cba436c55" providerId="LiveId" clId="{7BD70579-0088-445C-B9F6-77468D148B47}" dt="2026-08-31T00:19:49.221" v="1707"/>
          <ac:picMkLst>
            <pc:docMk/>
            <pc:sldMk cId="2062693719" sldId="269"/>
            <ac:picMk id="62" creationId="{5C2F402E-E5B0-A0D3-5E91-C30ECE553A75}"/>
          </ac:picMkLst>
        </pc:picChg>
        <pc:picChg chg="add del mod ord">
          <ac:chgData name="Erika Bernardo" userId="18de796cba436c55" providerId="LiveId" clId="{7BD70579-0088-445C-B9F6-77468D148B47}" dt="2026-08-31T00:20:36.653" v="1708"/>
          <ac:picMkLst>
            <pc:docMk/>
            <pc:sldMk cId="2062693719" sldId="269"/>
            <ac:picMk id="65" creationId="{81571E8D-B15A-F347-331B-E68C5F712FB0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2062693719" sldId="269"/>
            <ac:picMk id="66" creationId="{7ED11D03-DB4B-434B-33D5-8D6C58AE6E98}"/>
          </ac:picMkLst>
        </pc:picChg>
      </pc:sldChg>
      <pc:sldChg chg="addSp delSp modSp mod ord modTransition modAnim modNotesTx">
        <pc:chgData name="Erika Bernardo" userId="18de796cba436c55" providerId="LiveId" clId="{7BD70579-0088-445C-B9F6-77468D148B47}" dt="2026-08-31T23:48:42.672" v="3635" actId="6549"/>
        <pc:sldMkLst>
          <pc:docMk/>
          <pc:sldMk cId="973684129" sldId="270"/>
        </pc:sldMkLst>
        <pc:spChg chg="add mod">
          <ac:chgData name="Erika Bernardo" userId="18de796cba436c55" providerId="LiveId" clId="{7BD70579-0088-445C-B9F6-77468D148B47}" dt="2026-08-30T21:11:05.813" v="307" actId="20577"/>
          <ac:spMkLst>
            <pc:docMk/>
            <pc:sldMk cId="973684129" sldId="270"/>
            <ac:spMk id="43" creationId="{963406BF-2FA2-6504-A9F1-94A99DFAF126}"/>
          </ac:spMkLst>
        </pc:spChg>
        <pc:picChg chg="add del mod">
          <ac:chgData name="Erika Bernardo" userId="18de796cba436c55" providerId="LiveId" clId="{7BD70579-0088-445C-B9F6-77468D148B47}" dt="2026-08-31T00:32:42.491" v="1967"/>
          <ac:picMkLst>
            <pc:docMk/>
            <pc:sldMk cId="973684129" sldId="270"/>
            <ac:picMk id="42" creationId="{412B03C8-4789-2E84-826D-592BA40DA419}"/>
          </ac:picMkLst>
        </pc:picChg>
        <pc:picChg chg="add del mod ord">
          <ac:chgData name="Erika Bernardo" userId="18de796cba436c55" providerId="LiveId" clId="{7BD70579-0088-445C-B9F6-77468D148B47}" dt="2026-08-31T16:35:15.173" v="3594"/>
          <ac:picMkLst>
            <pc:docMk/>
            <pc:sldMk cId="973684129" sldId="270"/>
            <ac:picMk id="42" creationId="{60D2F26C-8842-50E6-9F3C-4589D978A4C5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973684129" sldId="270"/>
            <ac:picMk id="44" creationId="{8DDA68B0-E5AF-3F7F-7BF6-BE3774D8E3F8}"/>
          </ac:picMkLst>
        </pc:picChg>
        <pc:picChg chg="add del mod">
          <ac:chgData name="Erika Bernardo" userId="18de796cba436c55" providerId="LiveId" clId="{7BD70579-0088-445C-B9F6-77468D148B47}" dt="2026-08-31T00:32:47.587" v="1969"/>
          <ac:picMkLst>
            <pc:docMk/>
            <pc:sldMk cId="973684129" sldId="270"/>
            <ac:picMk id="44" creationId="{EE1C4AE0-5707-E0BA-ACF6-A8E125606A4C}"/>
          </ac:picMkLst>
        </pc:picChg>
        <pc:picChg chg="add del mod ord">
          <ac:chgData name="Erika Bernardo" userId="18de796cba436c55" providerId="LiveId" clId="{7BD70579-0088-445C-B9F6-77468D148B47}" dt="2026-08-31T00:33:28.897" v="1970"/>
          <ac:picMkLst>
            <pc:docMk/>
            <pc:sldMk cId="973684129" sldId="270"/>
            <ac:picMk id="47" creationId="{F0BBB6D9-02EA-BD99-F58F-A706AD796E83}"/>
          </ac:picMkLst>
        </pc:picChg>
        <pc:picChg chg="add del mod">
          <ac:chgData name="Erika Bernardo" userId="18de796cba436c55" providerId="LiveId" clId="{7BD70579-0088-445C-B9F6-77468D148B47}" dt="2026-08-31T00:34:53.827" v="1972"/>
          <ac:picMkLst>
            <pc:docMk/>
            <pc:sldMk cId="973684129" sldId="270"/>
            <ac:picMk id="48" creationId="{8A3DA0C3-8F9B-7105-4456-FBE1436580BF}"/>
          </ac:picMkLst>
        </pc:picChg>
        <pc:picChg chg="add del mod ord">
          <ac:chgData name="Erika Bernardo" userId="18de796cba436c55" providerId="LiveId" clId="{7BD70579-0088-445C-B9F6-77468D148B47}" dt="2026-08-31T00:35:03.531" v="1973"/>
          <ac:picMkLst>
            <pc:docMk/>
            <pc:sldMk cId="973684129" sldId="270"/>
            <ac:picMk id="51" creationId="{168200A3-EFDB-0668-14AF-07C165B18E82}"/>
          </ac:picMkLst>
        </pc:picChg>
        <pc:picChg chg="add del mod">
          <ac:chgData name="Erika Bernardo" userId="18de796cba436c55" providerId="LiveId" clId="{7BD70579-0088-445C-B9F6-77468D148B47}" dt="2026-08-31T00:35:06.854" v="1975"/>
          <ac:picMkLst>
            <pc:docMk/>
            <pc:sldMk cId="973684129" sldId="270"/>
            <ac:picMk id="52" creationId="{E9DCB69C-D581-1207-813F-ECFECD7DF62C}"/>
          </ac:picMkLst>
        </pc:picChg>
        <pc:picChg chg="add del mod ord">
          <ac:chgData name="Erika Bernardo" userId="18de796cba436c55" providerId="LiveId" clId="{7BD70579-0088-445C-B9F6-77468D148B47}" dt="2026-08-31T00:35:46.785" v="1976"/>
          <ac:picMkLst>
            <pc:docMk/>
            <pc:sldMk cId="973684129" sldId="270"/>
            <ac:picMk id="55" creationId="{AFA2B9F6-71E8-8EEA-F90F-43ADA76E4105}"/>
          </ac:picMkLst>
        </pc:picChg>
        <pc:picChg chg="add del mod">
          <ac:chgData name="Erika Bernardo" userId="18de796cba436c55" providerId="LiveId" clId="{7BD70579-0088-445C-B9F6-77468D148B47}" dt="2026-08-31T00:56:31.750" v="2240"/>
          <ac:picMkLst>
            <pc:docMk/>
            <pc:sldMk cId="973684129" sldId="270"/>
            <ac:picMk id="56" creationId="{4024D82F-1C0D-2265-EAA0-F4BC1AF30023}"/>
          </ac:picMkLst>
        </pc:picChg>
        <pc:picChg chg="add del mod ord">
          <ac:chgData name="Erika Bernardo" userId="18de796cba436c55" providerId="LiveId" clId="{7BD70579-0088-445C-B9F6-77468D148B47}" dt="2026-08-31T00:57:04.624" v="2241"/>
          <ac:picMkLst>
            <pc:docMk/>
            <pc:sldMk cId="973684129" sldId="270"/>
            <ac:picMk id="65" creationId="{D5B5022A-E9D9-C862-838C-F0B9A83EC599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973684129" sldId="270"/>
            <ac:picMk id="66" creationId="{D8E6D762-5CC9-5D54-4A74-AF8F83EEE4FD}"/>
          </ac:picMkLst>
        </pc:picChg>
      </pc:sldChg>
      <pc:sldChg chg="addSp delSp modSp new mod ord modTransition modAnim modNotesTx">
        <pc:chgData name="Erika Bernardo" userId="18de796cba436c55" providerId="LiveId" clId="{7BD70579-0088-445C-B9F6-77468D148B47}" dt="2026-08-31T23:48:48.451" v="3636" actId="6549"/>
        <pc:sldMkLst>
          <pc:docMk/>
          <pc:sldMk cId="1605827434" sldId="271"/>
        </pc:sldMkLst>
        <pc:spChg chg="add mod">
          <ac:chgData name="Erika Bernardo" userId="18de796cba436c55" providerId="LiveId" clId="{7BD70579-0088-445C-B9F6-77468D148B47}" dt="2026-08-30T21:11:43.912" v="312" actId="2085"/>
          <ac:spMkLst>
            <pc:docMk/>
            <pc:sldMk cId="1605827434" sldId="271"/>
            <ac:spMk id="4" creationId="{D1EA12E4-7216-F69E-F9A9-1E0FFB559ED8}"/>
          </ac:spMkLst>
        </pc:spChg>
        <pc:spChg chg="add mod">
          <ac:chgData name="Erika Bernardo" userId="18de796cba436c55" providerId="LiveId" clId="{7BD70579-0088-445C-B9F6-77468D148B47}" dt="2026-08-30T21:11:51.749" v="315" actId="20577"/>
          <ac:spMkLst>
            <pc:docMk/>
            <pc:sldMk cId="1605827434" sldId="271"/>
            <ac:spMk id="6" creationId="{F262C8B0-F354-1AA0-18AB-03A415B55D9B}"/>
          </ac:spMkLst>
        </pc:spChg>
        <pc:picChg chg="add del mod">
          <ac:chgData name="Erika Bernardo" userId="18de796cba436c55" providerId="LiveId" clId="{7BD70579-0088-445C-B9F6-77468D148B47}" dt="2026-08-31T00:38:51.463" v="1978"/>
          <ac:picMkLst>
            <pc:docMk/>
            <pc:sldMk cId="1605827434" sldId="271"/>
            <ac:picMk id="2" creationId="{205A9478-239F-54C1-04B5-860AD464900B}"/>
          </ac:picMkLst>
        </pc:picChg>
        <pc:picChg chg="add del mod ord">
          <ac:chgData name="Erika Bernardo" userId="18de796cba436c55" providerId="LiveId" clId="{7BD70579-0088-445C-B9F6-77468D148B47}" dt="2026-08-31T16:36:03.118" v="3595"/>
          <ac:picMkLst>
            <pc:docMk/>
            <pc:sldMk cId="1605827434" sldId="271"/>
            <ac:picMk id="2" creationId="{D88F4C82-360F-D235-742B-779A9184263E}"/>
          </ac:picMkLst>
        </pc:picChg>
        <pc:picChg chg="add mod">
          <ac:chgData name="Erika Bernardo" userId="18de796cba436c55" providerId="LiveId" clId="{7BD70579-0088-445C-B9F6-77468D148B47}" dt="2026-08-30T21:09:52.675" v="301" actId="931"/>
          <ac:picMkLst>
            <pc:docMk/>
            <pc:sldMk cId="1605827434" sldId="271"/>
            <ac:picMk id="3" creationId="{FE2317B3-FC78-6C4E-7B3F-311815085D29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1605827434" sldId="271"/>
            <ac:picMk id="5" creationId="{50BA8595-A2CD-7089-E61B-2A21F70E6E11}"/>
          </ac:picMkLst>
        </pc:picChg>
        <pc:picChg chg="add del mod">
          <ac:chgData name="Erika Bernardo" userId="18de796cba436c55" providerId="LiveId" clId="{7BD70579-0088-445C-B9F6-77468D148B47}" dt="2026-08-31T00:59:54.494" v="2243"/>
          <ac:picMkLst>
            <pc:docMk/>
            <pc:sldMk cId="1605827434" sldId="271"/>
            <ac:picMk id="5" creationId="{D55E0F57-1D3C-B3A6-41FE-828AE2BE68EF}"/>
          </ac:picMkLst>
        </pc:picChg>
        <pc:picChg chg="add del mod ord">
          <ac:chgData name="Erika Bernardo" userId="18de796cba436c55" providerId="LiveId" clId="{7BD70579-0088-445C-B9F6-77468D148B47}" dt="2026-08-31T01:00:33.605" v="2244"/>
          <ac:picMkLst>
            <pc:docMk/>
            <pc:sldMk cId="1605827434" sldId="271"/>
            <ac:picMk id="10" creationId="{3DCD1578-BC76-B5D2-3549-C7182276185F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1605827434" sldId="271"/>
            <ac:picMk id="11" creationId="{20A70ACA-A24E-43C5-375D-EEFA32347B80}"/>
          </ac:picMkLst>
        </pc:picChg>
      </pc:sldChg>
      <pc:sldChg chg="addSp delSp modSp add mod ord modTransition setBg delAnim modAnim modNotesTx">
        <pc:chgData name="Erika Bernardo" userId="18de796cba436c55" providerId="LiveId" clId="{7BD70579-0088-445C-B9F6-77468D148B47}" dt="2026-08-31T23:48:53.056" v="3637" actId="6549"/>
        <pc:sldMkLst>
          <pc:docMk/>
          <pc:sldMk cId="4043902127" sldId="273"/>
        </pc:sldMkLst>
        <pc:spChg chg="mod">
          <ac:chgData name="Erika Bernardo" userId="18de796cba436c55" providerId="LiveId" clId="{7BD70579-0088-445C-B9F6-77468D148B47}" dt="2026-08-31T12:17:29.380" v="3544"/>
          <ac:spMkLst>
            <pc:docMk/>
            <pc:sldMk cId="4043902127" sldId="273"/>
            <ac:spMk id="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19:53.718" v="331" actId="6549"/>
          <ac:spMkLst>
            <pc:docMk/>
            <pc:sldMk cId="4043902127" sldId="273"/>
            <ac:spMk id="6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0:33.114" v="339" actId="1076"/>
          <ac:spMkLst>
            <pc:docMk/>
            <pc:sldMk cId="4043902127" sldId="273"/>
            <ac:spMk id="9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0:31.707" v="338" actId="255"/>
          <ac:spMkLst>
            <pc:docMk/>
            <pc:sldMk cId="4043902127" sldId="273"/>
            <ac:spMk id="10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0:17.724" v="332" actId="6549"/>
          <ac:spMkLst>
            <pc:docMk/>
            <pc:sldMk cId="4043902127" sldId="273"/>
            <ac:spMk id="11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13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1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4:14.099" v="620" actId="27636"/>
          <ac:spMkLst>
            <pc:docMk/>
            <pc:sldMk cId="4043902127" sldId="273"/>
            <ac:spMk id="16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17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2:43:33.018" v="1468" actId="6549"/>
          <ac:spMkLst>
            <pc:docMk/>
            <pc:sldMk cId="4043902127" sldId="273"/>
            <ac:spMk id="1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5:15.409" v="655" actId="1076"/>
          <ac:spMkLst>
            <pc:docMk/>
            <pc:sldMk cId="4043902127" sldId="273"/>
            <ac:spMk id="19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20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19:26.608" v="323" actId="27636"/>
          <ac:spMkLst>
            <pc:docMk/>
            <pc:sldMk cId="4043902127" sldId="273"/>
            <ac:spMk id="21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6:06.990" v="674" actId="1076"/>
          <ac:spMkLst>
            <pc:docMk/>
            <pc:sldMk cId="4043902127" sldId="273"/>
            <ac:spMk id="22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8:02.769" v="676" actId="27636"/>
          <ac:spMkLst>
            <pc:docMk/>
            <pc:sldMk cId="4043902127" sldId="273"/>
            <ac:spMk id="24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2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27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29:52.399" v="696" actId="404"/>
          <ac:spMkLst>
            <pc:docMk/>
            <pc:sldMk cId="4043902127" sldId="273"/>
            <ac:spMk id="2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29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0:09.172" v="697"/>
          <ac:spMkLst>
            <pc:docMk/>
            <pc:sldMk cId="4043902127" sldId="273"/>
            <ac:spMk id="30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32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19:26.602" v="320" actId="27636"/>
          <ac:spMkLst>
            <pc:docMk/>
            <pc:sldMk cId="4043902127" sldId="273"/>
            <ac:spMk id="34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4:36.956" v="763" actId="1035"/>
          <ac:spMkLst>
            <pc:docMk/>
            <pc:sldMk cId="4043902127" sldId="273"/>
            <ac:spMk id="3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5:24.576" v="768" actId="12788"/>
          <ac:spMkLst>
            <pc:docMk/>
            <pc:sldMk cId="4043902127" sldId="273"/>
            <ac:spMk id="36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35:24.576" v="768" actId="12788"/>
          <ac:spMkLst>
            <pc:docMk/>
            <pc:sldMk cId="4043902127" sldId="273"/>
            <ac:spMk id="39" creationId="{00000000-0000-0000-0000-000000000000}"/>
          </ac:spMkLst>
        </pc:spChg>
        <pc:picChg chg="add del mod">
          <ac:chgData name="Erika Bernardo" userId="18de796cba436c55" providerId="LiveId" clId="{7BD70579-0088-445C-B9F6-77468D148B47}" dt="2026-08-31T00:38:03.398" v="1977"/>
          <ac:picMkLst>
            <pc:docMk/>
            <pc:sldMk cId="4043902127" sldId="273"/>
            <ac:picMk id="37" creationId="{9ECFE873-C7CB-238C-9290-3E90D6EEE16D}"/>
          </ac:picMkLst>
        </pc:picChg>
        <pc:picChg chg="add del mod ord">
          <ac:chgData name="Erika Bernardo" userId="18de796cba436c55" providerId="LiveId" clId="{7BD70579-0088-445C-B9F6-77468D148B47}" dt="2026-08-31T16:36:17.096" v="3596"/>
          <ac:picMkLst>
            <pc:docMk/>
            <pc:sldMk cId="4043902127" sldId="273"/>
            <ac:picMk id="37" creationId="{D5485AD4-7476-26D3-B1E8-2DE0B29A187A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4043902127" sldId="273"/>
            <ac:picMk id="38" creationId="{FC7D0EA5-F451-1362-6A0A-E12F686D248D}"/>
          </ac:picMkLst>
        </pc:picChg>
        <pc:picChg chg="add mod">
          <ac:chgData name="Erika Bernardo" userId="18de796cba436c55" providerId="LiveId" clId="{7BD70579-0088-445C-B9F6-77468D148B47}" dt="2026-08-31T16:37:12.984" v="3602" actId="1076"/>
          <ac:picMkLst>
            <pc:docMk/>
            <pc:sldMk cId="4043902127" sldId="273"/>
            <ac:picMk id="41" creationId="{C75A7348-88C0-C612-8894-23E82AD819A6}"/>
          </ac:picMkLst>
        </pc:picChg>
        <pc:picChg chg="add del mod">
          <ac:chgData name="Erika Bernardo" userId="18de796cba436c55" providerId="LiveId" clId="{7BD70579-0088-445C-B9F6-77468D148B47}" dt="2026-08-31T16:37:08.722" v="3601" actId="478"/>
          <ac:picMkLst>
            <pc:docMk/>
            <pc:sldMk cId="4043902127" sldId="273"/>
            <ac:picMk id="42" creationId="{01BE24CD-8206-0732-3CDA-9F8BDC890E04}"/>
          </ac:picMkLst>
        </pc:picChg>
        <pc:picChg chg="add del mod">
          <ac:chgData name="Erika Bernardo" userId="18de796cba436c55" providerId="LiveId" clId="{7BD70579-0088-445C-B9F6-77468D148B47}" dt="2026-08-31T16:39:09.750" v="3617"/>
          <ac:picMkLst>
            <pc:docMk/>
            <pc:sldMk cId="4043902127" sldId="273"/>
            <ac:picMk id="45" creationId="{257D074E-04CA-DE86-0538-7875228DC04A}"/>
          </ac:picMkLst>
        </pc:picChg>
        <pc:picChg chg="add del mod">
          <ac:chgData name="Erika Bernardo" userId="18de796cba436c55" providerId="LiveId" clId="{7BD70579-0088-445C-B9F6-77468D148B47}" dt="2026-08-31T16:39:09.750" v="3617"/>
          <ac:picMkLst>
            <pc:docMk/>
            <pc:sldMk cId="4043902127" sldId="273"/>
            <ac:picMk id="48" creationId="{0263FB1E-622D-D40E-47A4-085677599597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4043902127" sldId="273"/>
            <ac:picMk id="49" creationId="{FBBF28E7-56D3-859A-12F0-9259D9BAF7AB}"/>
          </ac:picMkLst>
        </pc:picChg>
        <pc:picChg chg="add del mod">
          <ac:chgData name="Erika Bernardo" userId="18de796cba436c55" providerId="LiveId" clId="{7BD70579-0088-445C-B9F6-77468D148B47}" dt="2026-08-31T16:40:48.493" v="3620" actId="478"/>
          <ac:picMkLst>
            <pc:docMk/>
            <pc:sldMk cId="4043902127" sldId="273"/>
            <ac:picMk id="50" creationId="{7DF3B0FF-484E-2723-094C-F30F181B51C4}"/>
          </ac:picMkLst>
        </pc:picChg>
      </pc:sldChg>
      <pc:sldChg chg="addSp delSp modSp add mod modTransition setBg modAnim modNotesTx">
        <pc:chgData name="Erika Bernardo" userId="18de796cba436c55" providerId="LiveId" clId="{7BD70579-0088-445C-B9F6-77468D148B47}" dt="2026-08-31T23:48:56.497" v="3638" actId="6549"/>
        <pc:sldMkLst>
          <pc:docMk/>
          <pc:sldMk cId="939177480" sldId="274"/>
        </pc:sldMkLst>
        <pc:spChg chg="mod">
          <ac:chgData name="Erika Bernardo" userId="18de796cba436c55" providerId="LiveId" clId="{7BD70579-0088-445C-B9F6-77468D148B47}" dt="2026-08-30T21:44:50.795" v="788" actId="27636"/>
          <ac:spMkLst>
            <pc:docMk/>
            <pc:sldMk cId="939177480" sldId="274"/>
            <ac:spMk id="38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4:50.782" v="786" actId="27636"/>
          <ac:spMkLst>
            <pc:docMk/>
            <pc:sldMk cId="939177480" sldId="274"/>
            <ac:spMk id="39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4:50.782" v="785" actId="27636"/>
          <ac:spMkLst>
            <pc:docMk/>
            <pc:sldMk cId="939177480" sldId="274"/>
            <ac:spMk id="42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4:50.795" v="787" actId="27636"/>
          <ac:spMkLst>
            <pc:docMk/>
            <pc:sldMk cId="939177480" sldId="274"/>
            <ac:spMk id="43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4:50.779" v="784" actId="27636"/>
          <ac:spMkLst>
            <pc:docMk/>
            <pc:sldMk cId="939177480" sldId="274"/>
            <ac:spMk id="45" creationId="{00000000-0000-0000-0000-000000000000}"/>
          </ac:spMkLst>
        </pc:spChg>
        <pc:spChg chg="mod">
          <ac:chgData name="Erika Bernardo" userId="18de796cba436c55" providerId="LiveId" clId="{7BD70579-0088-445C-B9F6-77468D148B47}" dt="2026-08-30T21:44:50.795" v="789" actId="27636"/>
          <ac:spMkLst>
            <pc:docMk/>
            <pc:sldMk cId="939177480" sldId="274"/>
            <ac:spMk id="47" creationId="{00000000-0000-0000-0000-000000000000}"/>
          </ac:spMkLst>
        </pc:spChg>
        <pc:picChg chg="add del mod">
          <ac:chgData name="Erika Bernardo" userId="18de796cba436c55" providerId="LiveId" clId="{7BD70579-0088-445C-B9F6-77468D148B47}" dt="2026-08-31T01:01:44.338" v="2245"/>
          <ac:picMkLst>
            <pc:docMk/>
            <pc:sldMk cId="939177480" sldId="274"/>
            <ac:picMk id="49" creationId="{9366DD47-9569-852A-0527-16363002C9FD}"/>
          </ac:picMkLst>
        </pc:picChg>
        <pc:picChg chg="add del mod ord">
          <ac:chgData name="Erika Bernardo" userId="18de796cba436c55" providerId="LiveId" clId="{7BD70579-0088-445C-B9F6-77468D148B47}" dt="2026-08-31T16:40:06.452" v="3618"/>
          <ac:picMkLst>
            <pc:docMk/>
            <pc:sldMk cId="939177480" sldId="274"/>
            <ac:picMk id="49" creationId="{A22959DF-44F4-E75E-3B66-9A8565C44314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939177480" sldId="274"/>
            <ac:picMk id="50" creationId="{0FA77A02-2D21-0059-512D-65F7173CA641}"/>
          </ac:picMkLst>
        </pc:picChg>
        <pc:picChg chg="add mod">
          <ac:chgData name="Erika Bernardo" userId="18de796cba436c55" providerId="LiveId" clId="{7BD70579-0088-445C-B9F6-77468D148B47}" dt="2026-08-31T16:37:23.307" v="3605" actId="1076"/>
          <ac:picMkLst>
            <pc:docMk/>
            <pc:sldMk cId="939177480" sldId="274"/>
            <ac:picMk id="51" creationId="{7ED438F0-ED32-B7E1-7906-C872D329048D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939177480" sldId="274"/>
            <ac:picMk id="52" creationId="{2688F604-9E2C-A725-B383-8557B26A3276}"/>
          </ac:picMkLst>
        </pc:picChg>
      </pc:sldChg>
      <pc:sldChg chg="addSp modSp add del mod setBg modNotesTx">
        <pc:chgData name="Erika Bernardo" userId="18de796cba436c55" providerId="LiveId" clId="{7BD70579-0088-445C-B9F6-77468D148B47}" dt="2026-08-31T16:20:59.927" v="3555" actId="47"/>
        <pc:sldMkLst>
          <pc:docMk/>
          <pc:sldMk cId="1331819956" sldId="275"/>
        </pc:sldMkLst>
        <pc:picChg chg="add mod">
          <ac:chgData name="Erika Bernardo" userId="18de796cba436c55" providerId="LiveId" clId="{7BD70579-0088-445C-B9F6-77468D148B47}" dt="2026-08-31T16:17:56.037" v="3551" actId="931"/>
          <ac:picMkLst>
            <pc:docMk/>
            <pc:sldMk cId="1331819956" sldId="275"/>
            <ac:picMk id="31" creationId="{EAA29438-8C8E-5F25-9A70-F4CDDCFF191A}"/>
          </ac:picMkLst>
        </pc:picChg>
      </pc:sldChg>
      <pc:sldChg chg="addSp delSp modSp new mod modTransition">
        <pc:chgData name="Erika Bernardo" userId="18de796cba436c55" providerId="LiveId" clId="{7BD70579-0088-445C-B9F6-77468D148B47}" dt="2026-09-01T01:15:05.595" v="3721" actId="478"/>
        <pc:sldMkLst>
          <pc:docMk/>
          <pc:sldMk cId="804351484" sldId="277"/>
        </pc:sldMkLst>
        <pc:spChg chg="add mod">
          <ac:chgData name="Erika Bernardo" userId="18de796cba436c55" providerId="LiveId" clId="{7BD70579-0088-445C-B9F6-77468D148B47}" dt="2026-09-01T01:13:29.297" v="3662" actId="1076"/>
          <ac:spMkLst>
            <pc:docMk/>
            <pc:sldMk cId="804351484" sldId="277"/>
            <ac:spMk id="4" creationId="{A168677A-B75A-B343-7C1F-CF6C1C3CE160}"/>
          </ac:spMkLst>
        </pc:spChg>
        <pc:spChg chg="add mod">
          <ac:chgData name="Erika Bernardo" userId="18de796cba436c55" providerId="LiveId" clId="{7BD70579-0088-445C-B9F6-77468D148B47}" dt="2026-09-01T01:13:25.328" v="3661" actId="1076"/>
          <ac:spMkLst>
            <pc:docMk/>
            <pc:sldMk cId="804351484" sldId="277"/>
            <ac:spMk id="5" creationId="{F0F9B508-3792-177B-8DD2-26054A5B90B3}"/>
          </ac:spMkLst>
        </pc:spChg>
        <pc:spChg chg="add mod">
          <ac:chgData name="Erika Bernardo" userId="18de796cba436c55" providerId="LiveId" clId="{7BD70579-0088-445C-B9F6-77468D148B47}" dt="2026-09-01T01:14:02.359" v="3713" actId="20577"/>
          <ac:spMkLst>
            <pc:docMk/>
            <pc:sldMk cId="804351484" sldId="277"/>
            <ac:spMk id="7" creationId="{03048C45-56FE-AA2D-8D05-95BC0458F708}"/>
          </ac:spMkLst>
        </pc:spChg>
        <pc:spChg chg="add del mod">
          <ac:chgData name="Erika Bernardo" userId="18de796cba436c55" providerId="LiveId" clId="{7BD70579-0088-445C-B9F6-77468D148B47}" dt="2026-09-01T01:15:05.595" v="3721" actId="478"/>
          <ac:spMkLst>
            <pc:docMk/>
            <pc:sldMk cId="804351484" sldId="277"/>
            <ac:spMk id="9" creationId="{AF2BF6D7-86AA-FF68-980E-E9AC433B645A}"/>
          </ac:spMkLst>
        </pc:spChg>
        <pc:spChg chg="add mod">
          <ac:chgData name="Erika Bernardo" userId="18de796cba436c55" providerId="LiveId" clId="{7BD70579-0088-445C-B9F6-77468D148B47}" dt="2026-09-01T01:15:03.034" v="3720" actId="1076"/>
          <ac:spMkLst>
            <pc:docMk/>
            <pc:sldMk cId="804351484" sldId="277"/>
            <ac:spMk id="11" creationId="{6EE1823F-603B-57BF-20BE-565E1F40002B}"/>
          </ac:spMkLst>
        </pc:spChg>
        <pc:picChg chg="add del mod">
          <ac:chgData name="Erika Bernardo" userId="18de796cba436c55" providerId="LiveId" clId="{7BD70579-0088-445C-B9F6-77468D148B47}" dt="2026-09-01T00:02:35.151" v="3640" actId="478"/>
          <ac:picMkLst>
            <pc:docMk/>
            <pc:sldMk cId="804351484" sldId="277"/>
            <ac:picMk id="2" creationId="{D8D1ED20-2F25-438B-5F07-08CF45C46A6C}"/>
          </ac:picMkLst>
        </pc:picChg>
      </pc:sldChg>
      <pc:sldChg chg="addSp delSp modSp new mod modTransition modAnim">
        <pc:chgData name="Erika Bernardo" userId="18de796cba436c55" providerId="LiveId" clId="{7BD70579-0088-445C-B9F6-77468D148B47}" dt="2026-08-31T23:48:23.735" v="3631"/>
        <pc:sldMkLst>
          <pc:docMk/>
          <pc:sldMk cId="3339555526" sldId="278"/>
        </pc:sldMkLst>
        <pc:spChg chg="add mod">
          <ac:chgData name="Erika Bernardo" userId="18de796cba436c55" providerId="LiveId" clId="{7BD70579-0088-445C-B9F6-77468D148B47}" dt="2026-08-30T22:26:51.887" v="964" actId="1076"/>
          <ac:spMkLst>
            <pc:docMk/>
            <pc:sldMk cId="3339555526" sldId="278"/>
            <ac:spMk id="3" creationId="{272EB704-EF5F-1F93-C682-53DC85B30B15}"/>
          </ac:spMkLst>
        </pc:spChg>
        <pc:picChg chg="add del mod">
          <ac:chgData name="Erika Bernardo" userId="18de796cba436c55" providerId="LiveId" clId="{7BD70579-0088-445C-B9F6-77468D148B47}" dt="2026-08-31T16:40:54.085" v="3621" actId="478"/>
          <ac:picMkLst>
            <pc:docMk/>
            <pc:sldMk cId="3339555526" sldId="278"/>
            <ac:picMk id="2" creationId="{454B6097-E51B-2C09-F4DB-4AD94EE1C151}"/>
          </ac:picMkLst>
        </pc:picChg>
        <pc:picChg chg="add del mod">
          <ac:chgData name="Erika Bernardo" userId="18de796cba436c55" providerId="LiveId" clId="{7BD70579-0088-445C-B9F6-77468D148B47}" dt="2026-08-31T23:48:23.735" v="3631"/>
          <ac:picMkLst>
            <pc:docMk/>
            <pc:sldMk cId="3339555526" sldId="278"/>
            <ac:picMk id="7" creationId="{719C89DB-712A-C084-3D10-9D4BC2E186F6}"/>
          </ac:picMkLst>
        </pc:picChg>
      </pc:sldChg>
      <pc:sldChg chg="addSp delSp modSp new mod modTransition setBg delAnim modAnim modNotesTx">
        <pc:chgData name="Erika Bernardo" userId="18de796cba436c55" providerId="LiveId" clId="{7BD70579-0088-445C-B9F6-77468D148B47}" dt="2026-08-31T23:48:23.735" v="3631"/>
        <pc:sldMkLst>
          <pc:docMk/>
          <pc:sldMk cId="1100173171" sldId="279"/>
        </pc:sldMkLst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5" creationId="{7475D1A7-E71B-F8FD-A2B8-C3103FD4DB00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7" creationId="{EBD94223-E47D-A1D0-4A05-4BBE2A251DDE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10" creationId="{DC3ED14A-5074-2882-D286-6DECF27F246D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12" creationId="{98D2CD2B-A850-210B-E576-9580F7921296}"/>
          </ac:spMkLst>
        </pc:spChg>
        <pc:spChg chg="add mod">
          <ac:chgData name="Erika Bernardo" userId="18de796cba436c55" providerId="LiveId" clId="{7BD70579-0088-445C-B9F6-77468D148B47}" dt="2026-08-31T16:26:13.912" v="3557" actId="1076"/>
          <ac:spMkLst>
            <pc:docMk/>
            <pc:sldMk cId="1100173171" sldId="279"/>
            <ac:spMk id="14" creationId="{3C412E03-5809-1CC8-3E6E-0C899DD95873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16" creationId="{86E6140E-C1E9-9522-4EBB-E7C560063397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18" creationId="{B310C0A8-2C95-E52A-7B27-91572605FBFD}"/>
          </ac:spMkLst>
        </pc:spChg>
        <pc:spChg chg="add">
          <ac:chgData name="Erika Bernardo" userId="18de796cba436c55" providerId="LiveId" clId="{7BD70579-0088-445C-B9F6-77468D148B47}" dt="2026-08-30T22:45:41.176" v="1479" actId="22"/>
          <ac:spMkLst>
            <pc:docMk/>
            <pc:sldMk cId="1100173171" sldId="279"/>
            <ac:spMk id="20" creationId="{6DED4A8C-3A1C-94F4-D9C5-D27C9CAE4588}"/>
          </ac:spMkLst>
        </pc:spChg>
        <pc:picChg chg="add mod">
          <ac:chgData name="Erika Bernardo" userId="18de796cba436c55" providerId="LiveId" clId="{7BD70579-0088-445C-B9F6-77468D148B47}" dt="2026-08-30T22:45:25.801" v="1478" actId="26606"/>
          <ac:picMkLst>
            <pc:docMk/>
            <pc:sldMk cId="1100173171" sldId="279"/>
            <ac:picMk id="3" creationId="{96ED7573-AFD1-AC7C-2A8A-C0677ED60A0B}"/>
          </ac:picMkLst>
        </pc:picChg>
        <pc:picChg chg="add del mod ord">
          <ac:chgData name="Erika Bernardo" userId="18de796cba436c55" providerId="LiveId" clId="{7BD70579-0088-445C-B9F6-77468D148B47}" dt="2026-08-31T16:27:14.530" v="3568"/>
          <ac:picMkLst>
            <pc:docMk/>
            <pc:sldMk cId="1100173171" sldId="279"/>
            <ac:picMk id="6" creationId="{3EBEBC39-43FA-3F73-F586-113E2E91462C}"/>
          </ac:picMkLst>
        </pc:picChg>
        <pc:picChg chg="add del mod">
          <ac:chgData name="Erika Bernardo" userId="18de796cba436c55" providerId="LiveId" clId="{7BD70579-0088-445C-B9F6-77468D148B47}" dt="2026-08-31T16:27:25.549" v="3570"/>
          <ac:picMkLst>
            <pc:docMk/>
            <pc:sldMk cId="1100173171" sldId="279"/>
            <ac:picMk id="8" creationId="{17B1E52C-8D71-2243-9296-155CE86DC23B}"/>
          </ac:picMkLst>
        </pc:picChg>
        <pc:picChg chg="add del mod ord">
          <ac:chgData name="Erika Bernardo" userId="18de796cba436c55" providerId="LiveId" clId="{7BD70579-0088-445C-B9F6-77468D148B47}" dt="2026-08-31T16:27:33.592" v="3571"/>
          <ac:picMkLst>
            <pc:docMk/>
            <pc:sldMk cId="1100173171" sldId="279"/>
            <ac:picMk id="15" creationId="{5311B446-9520-C8D7-4788-50A7FFD5F584}"/>
          </ac:picMkLst>
        </pc:picChg>
        <pc:picChg chg="add del mod">
          <ac:chgData name="Erika Bernardo" userId="18de796cba436c55" providerId="LiveId" clId="{7BD70579-0088-445C-B9F6-77468D148B47}" dt="2026-08-31T16:27:36.189" v="3573"/>
          <ac:picMkLst>
            <pc:docMk/>
            <pc:sldMk cId="1100173171" sldId="279"/>
            <ac:picMk id="17" creationId="{ABF4948F-3B80-47A5-BAD9-5BAF43F700AD}"/>
          </ac:picMkLst>
        </pc:picChg>
        <pc:picChg chg="add del mod ord">
          <ac:chgData name="Erika Bernardo" userId="18de796cba436c55" providerId="LiveId" clId="{7BD70579-0088-445C-B9F6-77468D148B47}" dt="2026-08-31T16:28:12.036" v="3574"/>
          <ac:picMkLst>
            <pc:docMk/>
            <pc:sldMk cId="1100173171" sldId="279"/>
            <ac:picMk id="22" creationId="{6F0EB212-D2D1-56B5-E9C5-0CDCC112E681}"/>
          </ac:picMkLst>
        </pc:picChg>
        <pc:picChg chg="add del mod">
          <ac:chgData name="Erika Bernardo" userId="18de796cba436c55" providerId="LiveId" clId="{7BD70579-0088-445C-B9F6-77468D148B47}" dt="2026-08-31T16:28:36.567" v="3576"/>
          <ac:picMkLst>
            <pc:docMk/>
            <pc:sldMk cId="1100173171" sldId="279"/>
            <ac:picMk id="23" creationId="{2C471BBC-2ACE-3195-4393-DD93A2464FEC}"/>
          </ac:picMkLst>
        </pc:picChg>
        <pc:picChg chg="add del mod ord">
          <ac:chgData name="Erika Bernardo" userId="18de796cba436c55" providerId="LiveId" clId="{7BD70579-0088-445C-B9F6-77468D148B47}" dt="2026-08-31T16:29:19.674" v="3577"/>
          <ac:picMkLst>
            <pc:docMk/>
            <pc:sldMk cId="1100173171" sldId="279"/>
            <ac:picMk id="27" creationId="{828B970E-DB39-E36E-E631-AB6B2B2DDAEB}"/>
          </ac:picMkLst>
        </pc:picChg>
        <pc:picChg chg="add del mod">
          <ac:chgData name="Erika Bernardo" userId="18de796cba436c55" providerId="LiveId" clId="{7BD70579-0088-445C-B9F6-77468D148B47}" dt="2026-08-31T23:48:10.555" v="3628" actId="478"/>
          <ac:picMkLst>
            <pc:docMk/>
            <pc:sldMk cId="1100173171" sldId="279"/>
            <ac:picMk id="28" creationId="{FFAC6CEF-622E-9ECE-760C-0BC10898F05F}"/>
          </ac:picMkLst>
        </pc:picChg>
        <pc:picChg chg="add del mod">
          <ac:chgData name="Erika Bernardo" userId="18de796cba436c55" providerId="LiveId" clId="{7BD70579-0088-445C-B9F6-77468D148B47}" dt="2026-08-31T00:03:53.533" v="1584"/>
          <ac:picMkLst>
            <pc:docMk/>
            <pc:sldMk cId="1100173171" sldId="279"/>
            <ac:picMk id="83" creationId="{F6B29D8E-8126-AC8D-D812-850B22BAAEBB}"/>
          </ac:picMkLst>
        </pc:picChg>
        <pc:picChg chg="add del mod ord">
          <ac:chgData name="Erika Bernardo" userId="18de796cba436c55" providerId="LiveId" clId="{7BD70579-0088-445C-B9F6-77468D148B47}" dt="2026-08-31T00:05:00.006" v="1585"/>
          <ac:picMkLst>
            <pc:docMk/>
            <pc:sldMk cId="1100173171" sldId="279"/>
            <ac:picMk id="94" creationId="{940290F4-03E2-FCED-893D-9C64F8F5EFD0}"/>
          </ac:picMkLst>
        </pc:picChg>
        <pc:picChg chg="add del mod">
          <ac:chgData name="Erika Bernardo" userId="18de796cba436c55" providerId="LiveId" clId="{7BD70579-0088-445C-B9F6-77468D148B47}" dt="2026-08-31T00:05:14.017" v="1587"/>
          <ac:picMkLst>
            <pc:docMk/>
            <pc:sldMk cId="1100173171" sldId="279"/>
            <ac:picMk id="95" creationId="{81D2FD7A-2D17-B47E-988D-DB29D2387A19}"/>
          </ac:picMkLst>
        </pc:picChg>
        <pc:picChg chg="add del mod ord">
          <ac:chgData name="Erika Bernardo" userId="18de796cba436c55" providerId="LiveId" clId="{7BD70579-0088-445C-B9F6-77468D148B47}" dt="2026-08-31T00:07:02.898" v="1588"/>
          <ac:picMkLst>
            <pc:docMk/>
            <pc:sldMk cId="1100173171" sldId="279"/>
            <ac:picMk id="98" creationId="{8C9C0161-1DC4-0235-A320-322B58E838F7}"/>
          </ac:picMkLst>
        </pc:picChg>
        <pc:picChg chg="add del mod">
          <ac:chgData name="Erika Bernardo" userId="18de796cba436c55" providerId="LiveId" clId="{7BD70579-0088-445C-B9F6-77468D148B47}" dt="2026-08-31T00:12:48.444" v="1680"/>
          <ac:picMkLst>
            <pc:docMk/>
            <pc:sldMk cId="1100173171" sldId="279"/>
            <ac:picMk id="99" creationId="{0F33C244-ED77-8E70-4CD5-291A54A1550F}"/>
          </ac:picMkLst>
        </pc:picChg>
        <pc:picChg chg="add del mod ord">
          <ac:chgData name="Erika Bernardo" userId="18de796cba436c55" providerId="LiveId" clId="{7BD70579-0088-445C-B9F6-77468D148B47}" dt="2026-08-31T00:12:54.062" v="1681"/>
          <ac:picMkLst>
            <pc:docMk/>
            <pc:sldMk cId="1100173171" sldId="279"/>
            <ac:picMk id="105" creationId="{2DAC5F0C-3B87-FE0F-A04C-720462B78AC0}"/>
          </ac:picMkLst>
        </pc:picChg>
        <pc:picChg chg="add del mod">
          <ac:chgData name="Erika Bernardo" userId="18de796cba436c55" providerId="LiveId" clId="{7BD70579-0088-445C-B9F6-77468D148B47}" dt="2026-08-31T00:13:00.350" v="1683"/>
          <ac:picMkLst>
            <pc:docMk/>
            <pc:sldMk cId="1100173171" sldId="279"/>
            <ac:picMk id="106" creationId="{F0B104CA-C17D-BAB5-AD36-6748882F282B}"/>
          </ac:picMkLst>
        </pc:picChg>
        <pc:picChg chg="add del mod ord">
          <ac:chgData name="Erika Bernardo" userId="18de796cba436c55" providerId="LiveId" clId="{7BD70579-0088-445C-B9F6-77468D148B47}" dt="2026-08-31T00:13:07.512" v="1684"/>
          <ac:picMkLst>
            <pc:docMk/>
            <pc:sldMk cId="1100173171" sldId="279"/>
            <ac:picMk id="109" creationId="{5B1E053F-DF40-379B-2D4B-CC5BC70100E9}"/>
          </ac:picMkLst>
        </pc:picChg>
        <pc:picChg chg="add del mod">
          <ac:chgData name="Erika Bernardo" userId="18de796cba436c55" providerId="LiveId" clId="{7BD70579-0088-445C-B9F6-77468D148B47}" dt="2026-08-31T00:13:17.006" v="1686"/>
          <ac:picMkLst>
            <pc:docMk/>
            <pc:sldMk cId="1100173171" sldId="279"/>
            <ac:picMk id="110" creationId="{41E8CF91-3E06-B0BE-93FD-8E02DA02A2D8}"/>
          </ac:picMkLst>
        </pc:picChg>
        <pc:picChg chg="add del mod ord">
          <ac:chgData name="Erika Bernardo" userId="18de796cba436c55" providerId="LiveId" clId="{7BD70579-0088-445C-B9F6-77468D148B47}" dt="2026-08-31T00:13:20.879" v="1687"/>
          <ac:picMkLst>
            <pc:docMk/>
            <pc:sldMk cId="1100173171" sldId="279"/>
            <ac:picMk id="113" creationId="{2BC6AA0B-D6CA-5EF3-81E9-5CE455767660}"/>
          </ac:picMkLst>
        </pc:picChg>
        <pc:picChg chg="add del mod">
          <ac:chgData name="Erika Bernardo" userId="18de796cba436c55" providerId="LiveId" clId="{7BD70579-0088-445C-B9F6-77468D148B47}" dt="2026-08-31T00:13:45.157" v="1689"/>
          <ac:picMkLst>
            <pc:docMk/>
            <pc:sldMk cId="1100173171" sldId="279"/>
            <ac:picMk id="114" creationId="{5D218352-B34F-B6DE-7BB4-BD5C1472EC02}"/>
          </ac:picMkLst>
        </pc:picChg>
        <pc:picChg chg="add del mod ord">
          <ac:chgData name="Erika Bernardo" userId="18de796cba436c55" providerId="LiveId" clId="{7BD70579-0088-445C-B9F6-77468D148B47}" dt="2026-08-31T00:14:09.344" v="1690"/>
          <ac:picMkLst>
            <pc:docMk/>
            <pc:sldMk cId="1100173171" sldId="279"/>
            <ac:picMk id="117" creationId="{DD197764-7BF8-A0AB-79E5-63DFE4FE30E4}"/>
          </ac:picMkLst>
        </pc:picChg>
        <pc:picChg chg="add del mod">
          <ac:chgData name="Erika Bernardo" userId="18de796cba436c55" providerId="LiveId" clId="{7BD70579-0088-445C-B9F6-77468D148B47}" dt="2026-08-31T00:14:28.861" v="1692"/>
          <ac:picMkLst>
            <pc:docMk/>
            <pc:sldMk cId="1100173171" sldId="279"/>
            <ac:picMk id="118" creationId="{1E8E8579-C489-3F0B-ED43-B5E8DCA8B702}"/>
          </ac:picMkLst>
        </pc:picChg>
        <pc:picChg chg="add del mod ord">
          <ac:chgData name="Erika Bernardo" userId="18de796cba436c55" providerId="LiveId" clId="{7BD70579-0088-445C-B9F6-77468D148B47}" dt="2026-08-31T00:14:49.123" v="1693"/>
          <ac:picMkLst>
            <pc:docMk/>
            <pc:sldMk cId="1100173171" sldId="279"/>
            <ac:picMk id="121" creationId="{67D9D81C-043D-273E-2558-4E5C029DE3C3}"/>
          </ac:picMkLst>
        </pc:picChg>
        <pc:picChg chg="add del mod">
          <ac:chgData name="Erika Bernardo" userId="18de796cba436c55" providerId="LiveId" clId="{7BD70579-0088-445C-B9F6-77468D148B47}" dt="2026-08-31T00:14:57.697" v="1695"/>
          <ac:picMkLst>
            <pc:docMk/>
            <pc:sldMk cId="1100173171" sldId="279"/>
            <ac:picMk id="122" creationId="{CBFE74D6-766F-6171-7837-611E9D200D50}"/>
          </ac:picMkLst>
        </pc:picChg>
        <pc:picChg chg="add del mod ord">
          <ac:chgData name="Erika Bernardo" userId="18de796cba436c55" providerId="LiveId" clId="{7BD70579-0088-445C-B9F6-77468D148B47}" dt="2026-08-31T00:15:39.063" v="1696"/>
          <ac:picMkLst>
            <pc:docMk/>
            <pc:sldMk cId="1100173171" sldId="279"/>
            <ac:picMk id="125" creationId="{C6E69B5A-1C57-1FDA-1329-3EAC041F56CF}"/>
          </ac:picMkLst>
        </pc:picChg>
        <pc:picChg chg="add del mod">
          <ac:chgData name="Erika Bernardo" userId="18de796cba436c55" providerId="LiveId" clId="{7BD70579-0088-445C-B9F6-77468D148B47}" dt="2026-08-31T00:15:50.265" v="1698"/>
          <ac:picMkLst>
            <pc:docMk/>
            <pc:sldMk cId="1100173171" sldId="279"/>
            <ac:picMk id="126" creationId="{9AEB7561-A2C0-801D-1036-00C4133B5E9C}"/>
          </ac:picMkLst>
        </pc:picChg>
        <pc:picChg chg="add del mod ord">
          <ac:chgData name="Erika Bernardo" userId="18de796cba436c55" providerId="LiveId" clId="{7BD70579-0088-445C-B9F6-77468D148B47}" dt="2026-08-31T00:17:41.491" v="1699"/>
          <ac:picMkLst>
            <pc:docMk/>
            <pc:sldMk cId="1100173171" sldId="279"/>
            <ac:picMk id="129" creationId="{13F77773-08DF-3CD3-CB07-F1D8A0612045}"/>
          </ac:picMkLst>
        </pc:picChg>
        <pc:picChg chg="add del mod">
          <ac:chgData name="Erika Bernardo" userId="18de796cba436c55" providerId="LiveId" clId="{7BD70579-0088-445C-B9F6-77468D148B47}" dt="2026-08-31T00:41:24.579" v="1980"/>
          <ac:picMkLst>
            <pc:docMk/>
            <pc:sldMk cId="1100173171" sldId="279"/>
            <ac:picMk id="130" creationId="{FE3A62B4-9893-EC3E-7FBA-9746675B4B89}"/>
          </ac:picMkLst>
        </pc:picChg>
        <pc:picChg chg="add del mod ord">
          <ac:chgData name="Erika Bernardo" userId="18de796cba436c55" providerId="LiveId" clId="{7BD70579-0088-445C-B9F6-77468D148B47}" dt="2026-08-31T00:41:32.261" v="1981"/>
          <ac:picMkLst>
            <pc:docMk/>
            <pc:sldMk cId="1100173171" sldId="279"/>
            <ac:picMk id="139" creationId="{C717ED58-F944-8417-A0FF-94B94EB6200B}"/>
          </ac:picMkLst>
        </pc:picChg>
        <pc:picChg chg="add del mod">
          <ac:chgData name="Erika Bernardo" userId="18de796cba436c55" providerId="LiveId" clId="{7BD70579-0088-445C-B9F6-77468D148B47}" dt="2026-08-31T00:41:35.581" v="1983"/>
          <ac:picMkLst>
            <pc:docMk/>
            <pc:sldMk cId="1100173171" sldId="279"/>
            <ac:picMk id="140" creationId="{9E0238E1-1209-FACF-3325-4FD5991A9EDD}"/>
          </ac:picMkLst>
        </pc:picChg>
        <pc:picChg chg="add del mod ord">
          <ac:chgData name="Erika Bernardo" userId="18de796cba436c55" providerId="LiveId" clId="{7BD70579-0088-445C-B9F6-77468D148B47}" dt="2026-08-31T00:42:05.253" v="1984"/>
          <ac:picMkLst>
            <pc:docMk/>
            <pc:sldMk cId="1100173171" sldId="279"/>
            <ac:picMk id="143" creationId="{F50012CF-9E70-7335-EFA3-D59ABD1F5FAB}"/>
          </ac:picMkLst>
        </pc:picChg>
        <pc:picChg chg="add del mod">
          <ac:chgData name="Erika Bernardo" userId="18de796cba436c55" providerId="LiveId" clId="{7BD70579-0088-445C-B9F6-77468D148B47}" dt="2026-08-31T00:42:11.402" v="1986"/>
          <ac:picMkLst>
            <pc:docMk/>
            <pc:sldMk cId="1100173171" sldId="279"/>
            <ac:picMk id="144" creationId="{6CDB3175-27DD-339C-3D48-C44630F15B3F}"/>
          </ac:picMkLst>
        </pc:picChg>
        <pc:picChg chg="add del mod ord">
          <ac:chgData name="Erika Bernardo" userId="18de796cba436c55" providerId="LiveId" clId="{7BD70579-0088-445C-B9F6-77468D148B47}" dt="2026-08-31T00:43:01.912" v="1987"/>
          <ac:picMkLst>
            <pc:docMk/>
            <pc:sldMk cId="1100173171" sldId="279"/>
            <ac:picMk id="147" creationId="{73923CD8-7010-BC6A-5DE0-60182A39D1C3}"/>
          </ac:picMkLst>
        </pc:picChg>
        <pc:picChg chg="add del mod">
          <ac:chgData name="Erika Bernardo" userId="18de796cba436c55" providerId="LiveId" clId="{7BD70579-0088-445C-B9F6-77468D148B47}" dt="2026-08-31T00:43:10.387" v="1989"/>
          <ac:picMkLst>
            <pc:docMk/>
            <pc:sldMk cId="1100173171" sldId="279"/>
            <ac:picMk id="148" creationId="{4A16C345-C692-4950-0C94-37919BE7FD06}"/>
          </ac:picMkLst>
        </pc:picChg>
        <pc:picChg chg="add del mod ord">
          <ac:chgData name="Erika Bernardo" userId="18de796cba436c55" providerId="LiveId" clId="{7BD70579-0088-445C-B9F6-77468D148B47}" dt="2026-08-31T00:43:16.563" v="1990"/>
          <ac:picMkLst>
            <pc:docMk/>
            <pc:sldMk cId="1100173171" sldId="279"/>
            <ac:picMk id="151" creationId="{A2EAC15B-8369-A07C-D172-04CB657567AF}"/>
          </ac:picMkLst>
        </pc:picChg>
        <pc:picChg chg="add del mod">
          <ac:chgData name="Erika Bernardo" userId="18de796cba436c55" providerId="LiveId" clId="{7BD70579-0088-445C-B9F6-77468D148B47}" dt="2026-08-31T00:45:59.507" v="2219"/>
          <ac:picMkLst>
            <pc:docMk/>
            <pc:sldMk cId="1100173171" sldId="279"/>
            <ac:picMk id="152" creationId="{11068EA9-1404-668D-C202-C4323A1BB37C}"/>
          </ac:picMkLst>
        </pc:picChg>
        <pc:picChg chg="add del mod ord">
          <ac:chgData name="Erika Bernardo" userId="18de796cba436c55" providerId="LiveId" clId="{7BD70579-0088-445C-B9F6-77468D148B47}" dt="2026-08-31T00:47:28.869" v="2220"/>
          <ac:picMkLst>
            <pc:docMk/>
            <pc:sldMk cId="1100173171" sldId="279"/>
            <ac:picMk id="155" creationId="{F8BFFF89-4F2C-D8B0-C416-F8EA7D7B05A8}"/>
          </ac:picMkLst>
        </pc:picChg>
        <pc:picChg chg="add del mod">
          <ac:chgData name="Erika Bernardo" userId="18de796cba436c55" providerId="LiveId" clId="{7BD70579-0088-445C-B9F6-77468D148B47}" dt="2026-08-31T16:27:02.164" v="3567"/>
          <ac:picMkLst>
            <pc:docMk/>
            <pc:sldMk cId="1100173171" sldId="279"/>
            <ac:picMk id="156" creationId="{195CC8FF-BB45-D264-5403-82D2D11053A1}"/>
          </ac:picMkLst>
        </pc:picChg>
      </pc:sldChg>
      <pc:sldChg chg="add del setBg">
        <pc:chgData name="Erika Bernardo" userId="18de796cba436c55" providerId="LiveId" clId="{7BD70579-0088-445C-B9F6-77468D148B47}" dt="2026-08-31T10:12:09.680" v="2258" actId="47"/>
        <pc:sldMkLst>
          <pc:docMk/>
          <pc:sldMk cId="2954176248" sldId="280"/>
        </pc:sldMkLst>
      </pc:sldChg>
      <pc:sldChg chg="add del">
        <pc:chgData name="Erika Bernardo" userId="18de796cba436c55" providerId="LiveId" clId="{7BD70579-0088-445C-B9F6-77468D148B47}" dt="2026-08-31T10:14:10.646" v="2272" actId="47"/>
        <pc:sldMkLst>
          <pc:docMk/>
          <pc:sldMk cId="1777816213" sldId="283"/>
        </pc:sldMkLst>
      </pc:sldChg>
      <pc:sldChg chg="modSp add del setBg modNotes">
        <pc:chgData name="Erika Bernardo" userId="18de796cba436c55" providerId="LiveId" clId="{7BD70579-0088-445C-B9F6-77468D148B47}" dt="2026-08-31T10:14:08.733" v="2271" actId="47"/>
        <pc:sldMkLst>
          <pc:docMk/>
          <pc:sldMk cId="1640814326" sldId="287"/>
        </pc:sldMkLst>
        <pc:spChg chg="mod">
          <ac:chgData name="Erika Bernardo" userId="18de796cba436c55" providerId="LiveId" clId="{7BD70579-0088-445C-B9F6-77468D148B47}" dt="2026-08-31T10:12:19.114" v="2259"/>
          <ac:spMkLst>
            <pc:docMk/>
            <pc:sldMk cId="1640814326" sldId="287"/>
            <ac:spMk id="1607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12:19.114" v="2259"/>
          <ac:spMkLst>
            <pc:docMk/>
            <pc:sldMk cId="1640814326" sldId="287"/>
            <ac:spMk id="1608" creationId="{00000000-0000-0000-0000-000000000000}"/>
          </ac:spMkLst>
        </pc:spChg>
        <pc:spChg chg="mod">
          <ac:chgData name="Erika Bernardo" userId="18de796cba436c55" providerId="LiveId" clId="{7BD70579-0088-445C-B9F6-77468D148B47}" dt="2026-08-31T10:12:19.114" v="2259"/>
          <ac:spMkLst>
            <pc:docMk/>
            <pc:sldMk cId="1640814326" sldId="287"/>
            <ac:spMk id="1609" creationId="{00000000-0000-0000-0000-000000000000}"/>
          </ac:spMkLst>
        </pc:spChg>
      </pc:sldChg>
      <pc:sldChg chg="add del">
        <pc:chgData name="Erika Bernardo" userId="18de796cba436c55" providerId="LiveId" clId="{7BD70579-0088-445C-B9F6-77468D148B47}" dt="2026-08-31T10:14:11.357" v="2273" actId="47"/>
        <pc:sldMkLst>
          <pc:docMk/>
          <pc:sldMk cId="2743140066" sldId="288"/>
        </pc:sldMkLst>
      </pc:sldChg>
      <pc:sldChg chg="add del">
        <pc:chgData name="Erika Bernardo" userId="18de796cba436c55" providerId="LiveId" clId="{7BD70579-0088-445C-B9F6-77468D148B47}" dt="2026-08-31T10:14:13.046" v="2275" actId="47"/>
        <pc:sldMkLst>
          <pc:docMk/>
          <pc:sldMk cId="3458834434" sldId="289"/>
        </pc:sldMkLst>
      </pc:sldChg>
      <pc:sldChg chg="add del">
        <pc:chgData name="Erika Bernardo" userId="18de796cba436c55" providerId="LiveId" clId="{7BD70579-0088-445C-B9F6-77468D148B47}" dt="2026-08-31T10:51:00.758" v="3304" actId="47"/>
        <pc:sldMkLst>
          <pc:docMk/>
          <pc:sldMk cId="2619157546" sldId="384"/>
        </pc:sldMkLst>
      </pc:sldChg>
      <pc:sldChg chg="add del">
        <pc:chgData name="Erika Bernardo" userId="18de796cba436c55" providerId="LiveId" clId="{7BD70579-0088-445C-B9F6-77468D148B47}" dt="2026-08-31T10:14:19.413" v="2277" actId="47"/>
        <pc:sldMkLst>
          <pc:docMk/>
          <pc:sldMk cId="2441464643" sldId="406"/>
        </pc:sldMkLst>
      </pc:sldChg>
      <pc:sldChg chg="add del">
        <pc:chgData name="Erika Bernardo" userId="18de796cba436c55" providerId="LiveId" clId="{7BD70579-0088-445C-B9F6-77468D148B47}" dt="2026-08-31T10:51:02.416" v="3305" actId="47"/>
        <pc:sldMkLst>
          <pc:docMk/>
          <pc:sldMk cId="627422601" sldId="440"/>
        </pc:sldMkLst>
      </pc:sldChg>
      <pc:sldChg chg="add del">
        <pc:chgData name="Erika Bernardo" userId="18de796cba436c55" providerId="LiveId" clId="{7BD70579-0088-445C-B9F6-77468D148B47}" dt="2026-08-31T10:14:28.793" v="2279" actId="47"/>
        <pc:sldMkLst>
          <pc:docMk/>
          <pc:sldMk cId="17865401" sldId="450"/>
        </pc:sldMkLst>
      </pc:sldChg>
      <pc:sldChg chg="add del">
        <pc:chgData name="Erika Bernardo" userId="18de796cba436c55" providerId="LiveId" clId="{7BD70579-0088-445C-B9F6-77468D148B47}" dt="2026-08-31T10:14:32.328" v="2280" actId="47"/>
        <pc:sldMkLst>
          <pc:docMk/>
          <pc:sldMk cId="4059587280" sldId="481"/>
        </pc:sldMkLst>
      </pc:sldChg>
      <pc:sldChg chg="add del">
        <pc:chgData name="Erika Bernardo" userId="18de796cba436c55" providerId="LiveId" clId="{7BD70579-0088-445C-B9F6-77468D148B47}" dt="2026-08-31T10:14:27.110" v="2278" actId="47"/>
        <pc:sldMkLst>
          <pc:docMk/>
          <pc:sldMk cId="4012196809" sldId="517"/>
        </pc:sldMkLst>
      </pc:sldChg>
      <pc:sldMasterChg chg="delSldLayout">
        <pc:chgData name="Erika Bernardo" userId="18de796cba436c55" providerId="LiveId" clId="{7BD70579-0088-445C-B9F6-77468D148B47}" dt="2026-08-31T10:51:02.416" v="3305" actId="47"/>
        <pc:sldMasterMkLst>
          <pc:docMk/>
          <pc:sldMasterMk cId="0" sldId="2147483648"/>
        </pc:sldMasterMkLst>
        <pc:sldLayoutChg chg="del">
          <pc:chgData name="Erika Bernardo" userId="18de796cba436c55" providerId="LiveId" clId="{7BD70579-0088-445C-B9F6-77468D148B47}" dt="2026-08-31T10:14:08.733" v="2271" actId="47"/>
          <pc:sldLayoutMkLst>
            <pc:docMk/>
            <pc:sldMasterMk cId="0" sldId="2147483648"/>
            <pc:sldLayoutMk cId="4124368750" sldId="2147483652"/>
          </pc:sldLayoutMkLst>
        </pc:sldLayoutChg>
        <pc:sldLayoutChg chg="del">
          <pc:chgData name="Erika Bernardo" userId="18de796cba436c55" providerId="LiveId" clId="{7BD70579-0088-445C-B9F6-77468D148B47}" dt="2026-08-31T10:14:14.626" v="2276" actId="47"/>
          <pc:sldLayoutMkLst>
            <pc:docMk/>
            <pc:sldMasterMk cId="0" sldId="2147483648"/>
            <pc:sldLayoutMk cId="4049402114" sldId="2147483653"/>
          </pc:sldLayoutMkLst>
        </pc:sldLayoutChg>
        <pc:sldLayoutChg chg="del">
          <pc:chgData name="Erika Bernardo" userId="18de796cba436c55" providerId="LiveId" clId="{7BD70579-0088-445C-B9F6-77468D148B47}" dt="2026-08-31T10:51:02.416" v="3305" actId="47"/>
          <pc:sldLayoutMkLst>
            <pc:docMk/>
            <pc:sldMasterMk cId="0" sldId="2147483648"/>
            <pc:sldLayoutMk cId="2593023099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0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6241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7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3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80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307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44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18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50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hsa6PD0Ddg" TargetMode="External"/><Relationship Id="rId2" Type="http://schemas.openxmlformats.org/officeDocument/2006/relationships/hyperlink" Target="https://github.com/erikacb1982/wine-quality-classific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wine_premium_assets_v2/cover_bg_dark.png">
            <a:extLst>
              <a:ext uri="{FF2B5EF4-FFF2-40B4-BE49-F238E27FC236}">
                <a16:creationId xmlns:a16="http://schemas.microsoft.com/office/drawing/2014/main" id="{96ED7573-AFD1-AC7C-2A8A-C0677ED6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7475D1A7-E71B-F8FD-A2B8-C3103FD4DB00}"/>
              </a:ext>
            </a:extLst>
          </p:cNvPr>
          <p:cNvSpPr/>
          <p:nvPr/>
        </p:nvSpPr>
        <p:spPr>
          <a:xfrm>
            <a:off x="658368" y="763524"/>
            <a:ext cx="3291468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BD94223-E47D-A1D0-4A05-4BBE2A251DDE}"/>
              </a:ext>
            </a:extLst>
          </p:cNvPr>
          <p:cNvSpPr/>
          <p:nvPr/>
        </p:nvSpPr>
        <p:spPr>
          <a:xfrm>
            <a:off x="283745" y="829491"/>
            <a:ext cx="35848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lvl="1" algn="ctr"/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FIAP | POS TECH: tech challenge </a:t>
            </a:r>
            <a:r>
              <a:rPr lang="en-US" sz="10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– ago/26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C3ED14A-5074-2882-D286-6DECF27F246D}"/>
              </a:ext>
            </a:extLst>
          </p:cNvPr>
          <p:cNvSpPr/>
          <p:nvPr/>
        </p:nvSpPr>
        <p:spPr>
          <a:xfrm>
            <a:off x="658368" y="1325880"/>
            <a:ext cx="606327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pt-BR" sz="48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Produzir vinhos de alta qualidade com dados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8D2CD2B-A850-210B-E576-9580F7921296}"/>
              </a:ext>
            </a:extLst>
          </p:cNvPr>
          <p:cNvSpPr/>
          <p:nvPr/>
        </p:nvSpPr>
        <p:spPr>
          <a:xfrm>
            <a:off x="685800" y="278892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rgbClr val="D6E0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possível antecipar a qualidade de um vinho durante a produção?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C412E03-5809-1CC8-3E6E-0C899DD95873}"/>
              </a:ext>
            </a:extLst>
          </p:cNvPr>
          <p:cNvSpPr/>
          <p:nvPr/>
        </p:nvSpPr>
        <p:spPr>
          <a:xfrm>
            <a:off x="13370669" y="3865772"/>
            <a:ext cx="4343400" cy="0"/>
          </a:xfrm>
          <a:prstGeom prst="line">
            <a:avLst/>
          </a:prstGeom>
          <a:noFill/>
          <a:ln w="17780">
            <a:solidFill>
              <a:srgbClr val="2E7D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6E6140E-C1E9-9522-4EBB-E7C560063397}"/>
              </a:ext>
            </a:extLst>
          </p:cNvPr>
          <p:cNvSpPr/>
          <p:nvPr/>
        </p:nvSpPr>
        <p:spPr>
          <a:xfrm>
            <a:off x="685800" y="39502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CD"/>
                </a:solidFill>
              </a:rPr>
              <a:t>Erika Cristina Bernardo | rm: 374337</a:t>
            </a:r>
            <a:endParaRPr lang="en-US" sz="105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310C0A8-2C95-E52A-7B27-91572605FBFD}"/>
              </a:ext>
            </a:extLst>
          </p:cNvPr>
          <p:cNvSpPr/>
          <p:nvPr/>
        </p:nvSpPr>
        <p:spPr>
          <a:xfrm>
            <a:off x="566928" y="64739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AEBBCD"/>
                </a:solidFill>
              </a:rPr>
              <a:t>Fonte: notebook Fase2_versao_final(5).ipynb • Wine Quality Dataset</a:t>
            </a:r>
            <a:endParaRPr lang="en-US" sz="76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DED4A8C-3A1C-94F4-D9C5-D27C9CAE4588}"/>
              </a:ext>
            </a:extLst>
          </p:cNvPr>
          <p:cNvSpPr/>
          <p:nvPr/>
        </p:nvSpPr>
        <p:spPr>
          <a:xfrm>
            <a:off x="11228832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BBCD"/>
                </a:solidFill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0017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premium_assets_v2/data_wine_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3">
              <a:alpha val="92000"/>
            </a:srgbClr>
          </a:solidFill>
          <a:ln w="12700">
            <a:solidFill>
              <a:srgbClr val="020A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B24A"/>
          </a:solidFill>
          <a:ln w="12700">
            <a:solidFill>
              <a:srgbClr val="E0B2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30352" y="457200"/>
            <a:ext cx="54864" cy="786384"/>
          </a:xfrm>
          <a:prstGeom prst="rect">
            <a:avLst/>
          </a:prstGeom>
          <a:solidFill>
            <a:srgbClr val="E0B24A"/>
          </a:solidFill>
          <a:ln w="12700">
            <a:solidFill>
              <a:srgbClr val="E0B2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13232" y="429768"/>
            <a:ext cx="1074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</a:t>
            </a:r>
            <a:r>
              <a:rPr lang="en-US" sz="2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</a:t>
            </a: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731520" y="1417320"/>
            <a:ext cx="10744200" cy="0"/>
          </a:xfrm>
          <a:prstGeom prst="line">
            <a:avLst/>
          </a:prstGeom>
          <a:noFill/>
          <a:ln w="10160">
            <a:solidFill>
              <a:srgbClr val="2E5C8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94944" y="1664208"/>
            <a:ext cx="5349240" cy="2441448"/>
          </a:xfrm>
          <a:prstGeom prst="roundRect">
            <a:avLst>
              <a:gd name="adj" fmla="val 4869"/>
            </a:avLst>
          </a:prstGeom>
          <a:solidFill>
            <a:srgbClr val="081F37">
              <a:alpha val="0"/>
            </a:srgbClr>
          </a:solidFill>
          <a:ln w="12700">
            <a:solidFill>
              <a:srgbClr val="2E5C86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291072" y="1664208"/>
            <a:ext cx="5212080" cy="2441448"/>
          </a:xfrm>
          <a:prstGeom prst="roundRect">
            <a:avLst>
              <a:gd name="adj" fmla="val 4869"/>
            </a:avLst>
          </a:prstGeom>
          <a:solidFill>
            <a:srgbClr val="081F37">
              <a:alpha val="0"/>
            </a:srgbClr>
          </a:solidFill>
          <a:ln w="12700">
            <a:solidFill>
              <a:srgbClr val="2E5C86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60120" y="1901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MUNDIAL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0120" y="22219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 bi</a:t>
            </a:r>
            <a:endParaRPr lang="en-US" sz="3500" dirty="0"/>
          </a:p>
        </p:txBody>
      </p:sp>
      <p:sp>
        <p:nvSpPr>
          <p:cNvPr id="13" name="Text 10"/>
          <p:cNvSpPr/>
          <p:nvPr/>
        </p:nvSpPr>
        <p:spPr>
          <a:xfrm>
            <a:off x="2999232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global de vinhos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alta gama em 2024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960120" y="3017520"/>
            <a:ext cx="4526280" cy="0"/>
          </a:xfrm>
          <a:prstGeom prst="line">
            <a:avLst/>
          </a:prstGeom>
          <a:noFill/>
          <a:ln w="15240">
            <a:solidFill>
              <a:srgbClr val="E0B2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60120" y="313639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012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volume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286000" y="3419856"/>
            <a:ext cx="1444752" cy="0"/>
          </a:xfrm>
          <a:prstGeom prst="line">
            <a:avLst/>
          </a:prstGeom>
          <a:noFill/>
          <a:ln w="25400">
            <a:solidFill>
              <a:srgbClr val="35B7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977640" y="313639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968496" y="3584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valor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0120" y="3822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 em volume. Muito relevante em valor.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56248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56248" y="221284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730</a:t>
            </a:r>
            <a:endParaRPr lang="en-US" sz="3500" dirty="0"/>
          </a:p>
        </p:txBody>
      </p:sp>
      <p:sp>
        <p:nvSpPr>
          <p:cNvPr id="23" name="Text 20"/>
          <p:cNvSpPr/>
          <p:nvPr/>
        </p:nvSpPr>
        <p:spPr>
          <a:xfrm>
            <a:off x="800100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premiações de vinhos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espumantes em 2025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6556248" y="3017520"/>
            <a:ext cx="4480560" cy="0"/>
          </a:xfrm>
          <a:prstGeom prst="line">
            <a:avLst/>
          </a:prstGeom>
          <a:noFill/>
          <a:ln w="15240">
            <a:solidFill>
              <a:srgbClr val="E0B2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556248" y="3191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564 internacionais</a:t>
            </a:r>
            <a:endParaRPr lang="en-US" sz="1850" dirty="0"/>
          </a:p>
        </p:txBody>
      </p:sp>
      <p:sp>
        <p:nvSpPr>
          <p:cNvPr id="26" name="Text 23"/>
          <p:cNvSpPr/>
          <p:nvPr/>
        </p:nvSpPr>
        <p:spPr>
          <a:xfrm>
            <a:off x="8595360" y="32461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13 países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6556248" y="3639312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reconhecimento internacional, mas não há recorte público comparável do valor brasileiro nessa fatia global.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694944" y="4425694"/>
            <a:ext cx="10808208" cy="1581913"/>
          </a:xfrm>
          <a:prstGeom prst="roundRect">
            <a:avLst>
              <a:gd name="adj" fmla="val 7429"/>
            </a:avLst>
          </a:prstGeom>
          <a:solidFill>
            <a:srgbClr val="061B30">
              <a:alpha val="0"/>
            </a:srgbClr>
          </a:solidFill>
          <a:ln w="15240">
            <a:solidFill>
              <a:srgbClr val="E0B2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960120" y="4645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r>
              <a:rPr lang="pt-BR" sz="1050" dirty="0"/>
              <a:t>Antecipar sinais de qualidade permite agir antes. Em vez de descobrir o resultado apenas no final, os dados podem apoiar decisões ao longo da produção e aumentar a capacidade de direcionar esforços para vinhos com maior potencial.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60120" y="49377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nota de qualidade vem de avaliação sensorial de especialistas, em uma escala de 0 a 10.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5989320" y="4608576"/>
            <a:ext cx="0" cy="1024128"/>
          </a:xfrm>
          <a:prstGeom prst="line">
            <a:avLst/>
          </a:prstGeom>
          <a:noFill/>
          <a:ln w="12700">
            <a:solidFill>
              <a:srgbClr val="2E5C8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263640" y="48828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testa se características físico-químicas conseguem antecipar sinais dessa qualidade antes da avaliação final.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0352" y="6565392"/>
            <a:ext cx="10789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B8C5D6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Altagamma-Bain Fine Wines and Restaurants Market Monitor (2025); Associação Brasileira de Enologia (2025); Wine Quality Dataset / Cortez et al. (2009).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1521440" y="64739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4C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88006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premium_assets_v2/data_wine_bg_dark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9436"/>
            <a:ext cx="8234121" cy="81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32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 se a qualidade pudesse ser antecipada?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AB2B5F1-AA18-773F-54E5-3B57EB9CDD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0" t="12030" r="68847" b="45739"/>
          <a:stretch>
            <a:fillRect/>
          </a:stretch>
        </p:blipFill>
        <p:spPr>
          <a:xfrm>
            <a:off x="1118546" y="1666769"/>
            <a:ext cx="2270056" cy="2308611"/>
          </a:xfrm>
          <a:prstGeom prst="flowChartConnector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ECD79BC-F054-92D3-0F21-57B94FFE57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646" t="12275" r="36009" b="44826"/>
          <a:stretch>
            <a:fillRect/>
          </a:stretch>
        </p:blipFill>
        <p:spPr>
          <a:xfrm>
            <a:off x="5024696" y="1633222"/>
            <a:ext cx="2271600" cy="2375705"/>
          </a:xfrm>
          <a:prstGeom prst="flowChartConnector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A86A08D-9CD7-05C0-B430-86EE8175C6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337" t="11931" r="3216" b="48070"/>
          <a:stretch>
            <a:fillRect/>
          </a:stretch>
        </p:blipFill>
        <p:spPr>
          <a:xfrm>
            <a:off x="8965299" y="1717542"/>
            <a:ext cx="2271600" cy="2207064"/>
          </a:xfrm>
          <a:prstGeom prst="flowChartConnector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7273A2AA-58C4-83BD-0DE4-3DC2A82DEDA7}"/>
              </a:ext>
            </a:extLst>
          </p:cNvPr>
          <p:cNvSpPr txBox="1"/>
          <p:nvPr/>
        </p:nvSpPr>
        <p:spPr>
          <a:xfrm>
            <a:off x="821131" y="4106597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D48D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do vinho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1F14763-4616-9272-AE9C-BB2A7E373EFB}"/>
              </a:ext>
            </a:extLst>
          </p:cNvPr>
          <p:cNvSpPr txBox="1"/>
          <p:nvPr/>
        </p:nvSpPr>
        <p:spPr>
          <a:xfrm>
            <a:off x="4875529" y="4106597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D48D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Padrões de qualidade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492BD7B-39BE-9968-7D69-92C885E5BCBE}"/>
              </a:ext>
            </a:extLst>
          </p:cNvPr>
          <p:cNvSpPr txBox="1"/>
          <p:nvPr/>
        </p:nvSpPr>
        <p:spPr>
          <a:xfrm>
            <a:off x="8758424" y="4106597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rgbClr val="D48D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Previsão da qualidade 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B377FDA8-A710-FBC6-4027-A228C90A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3" t="72821" r="3112" b="7517"/>
          <a:stretch>
            <a:fillRect/>
          </a:stretch>
        </p:blipFill>
        <p:spPr>
          <a:xfrm>
            <a:off x="1245717" y="5338192"/>
            <a:ext cx="9700260" cy="1384651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C57FC8B4-044C-1742-8E0D-3A9EE4CC7C25}"/>
              </a:ext>
            </a:extLst>
          </p:cNvPr>
          <p:cNvSpPr txBox="1"/>
          <p:nvPr/>
        </p:nvSpPr>
        <p:spPr>
          <a:xfrm>
            <a:off x="2854003" y="5813388"/>
            <a:ext cx="7940842" cy="523220"/>
          </a:xfrm>
          <a:prstGeom prst="rect">
            <a:avLst/>
          </a:prstGeom>
          <a:gradFill>
            <a:gsLst>
              <a:gs pos="0">
                <a:srgbClr val="001535"/>
              </a:gs>
              <a:gs pos="45000">
                <a:srgbClr val="00224D"/>
              </a:gs>
              <a:gs pos="100000">
                <a:srgbClr val="00224D"/>
              </a:gs>
            </a:gsLst>
            <a:lin ang="2400000" scaled="0"/>
          </a:gra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Prever a qualidade para produzir melhor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69B8153-A9B1-F1B1-D7D1-ED44C6ADC5C6}"/>
              </a:ext>
            </a:extLst>
          </p:cNvPr>
          <p:cNvSpPr txBox="1"/>
          <p:nvPr/>
        </p:nvSpPr>
        <p:spPr>
          <a:xfrm>
            <a:off x="1047154" y="4575338"/>
            <a:ext cx="2412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Informações físico-químicas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obtidas durante a produção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ED1BC2D-2174-1F0C-A9A5-DBC09EEC7E0D}"/>
              </a:ext>
            </a:extLst>
          </p:cNvPr>
          <p:cNvSpPr txBox="1"/>
          <p:nvPr/>
        </p:nvSpPr>
        <p:spPr>
          <a:xfrm>
            <a:off x="4610891" y="4575338"/>
            <a:ext cx="3129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do histórico para encontrar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relações com a qualidade dos vinhos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F4FFDD9-0124-381E-44DD-807200B4097A}"/>
              </a:ext>
            </a:extLst>
          </p:cNvPr>
          <p:cNvSpPr txBox="1"/>
          <p:nvPr/>
        </p:nvSpPr>
        <p:spPr>
          <a:xfrm>
            <a:off x="8731021" y="4599528"/>
            <a:ext cx="28200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Indicação da qualidade esperada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base nas características 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Identificadas.</a:t>
            </a:r>
          </a:p>
        </p:txBody>
      </p:sp>
      <p:sp>
        <p:nvSpPr>
          <p:cNvPr id="46" name="Seta: para a Direita 45">
            <a:extLst>
              <a:ext uri="{FF2B5EF4-FFF2-40B4-BE49-F238E27FC236}">
                <a16:creationId xmlns:a16="http://schemas.microsoft.com/office/drawing/2014/main" id="{82FD997D-E590-1371-FCAB-315DB633134D}"/>
              </a:ext>
            </a:extLst>
          </p:cNvPr>
          <p:cNvSpPr/>
          <p:nvPr/>
        </p:nvSpPr>
        <p:spPr>
          <a:xfrm>
            <a:off x="3459994" y="2648726"/>
            <a:ext cx="1332000" cy="288000"/>
          </a:xfrm>
          <a:prstGeom prst="rightArrow">
            <a:avLst/>
          </a:prstGeom>
          <a:solidFill>
            <a:schemeClr val="bg1"/>
          </a:solidFill>
          <a:ln>
            <a:solidFill>
              <a:srgbClr val="D48D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Seta: para a Direita 47">
            <a:extLst>
              <a:ext uri="{FF2B5EF4-FFF2-40B4-BE49-F238E27FC236}">
                <a16:creationId xmlns:a16="http://schemas.microsoft.com/office/drawing/2014/main" id="{9221D632-F587-ABC1-076E-F43DE5EFA669}"/>
              </a:ext>
            </a:extLst>
          </p:cNvPr>
          <p:cNvSpPr/>
          <p:nvPr/>
        </p:nvSpPr>
        <p:spPr>
          <a:xfrm>
            <a:off x="7431091" y="2693038"/>
            <a:ext cx="1332000" cy="288000"/>
          </a:xfrm>
          <a:prstGeom prst="rightArrow">
            <a:avLst/>
          </a:prstGeom>
          <a:solidFill>
            <a:schemeClr val="bg1"/>
          </a:solidFill>
          <a:ln>
            <a:solidFill>
              <a:srgbClr val="D48D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F5DBD9D7-AA62-F564-352C-765069CC39EA}"/>
              </a:ext>
            </a:extLst>
          </p:cNvPr>
          <p:cNvSpPr/>
          <p:nvPr/>
        </p:nvSpPr>
        <p:spPr>
          <a:xfrm>
            <a:off x="11274552" y="63733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4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2029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A base é consistente, mas exigiu validação mais rigorosa</a:t>
            </a:r>
            <a:endParaRPr 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tratamento dos dados evitou superestimar o desempenho do modelo.</a:t>
            </a:r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0126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41248" y="1837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A6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falhas estruturais</a:t>
            </a:r>
            <a:endParaRPr lang="en-US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9160" y="1847088"/>
            <a:ext cx="6126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valores ausentes e 0 </a:t>
            </a:r>
            <a:r>
              <a:rPr lang="en-US" sz="158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registros</a:t>
            </a:r>
            <a:r>
              <a:rPr lang="en-US" sz="15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8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duplicados</a:t>
            </a:r>
            <a:r>
              <a:rPr lang="en-US" sz="158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00126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1248" y="30266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A6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00200" y="3017520"/>
            <a:ext cx="33706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Casos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semelhantes</a:t>
            </a:r>
            <a:endParaRPr lang="en-US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09160" y="3035808"/>
            <a:ext cx="6409555" cy="661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pt-BR" sz="15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Alguns vinhos apresentavam a mesma combinação de características e precisavam ser considerados com cuidado.</a:t>
            </a:r>
            <a:endParaRPr lang="en-US" sz="158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001268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1248" y="42153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6A6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 13"/>
          <p:cNvSpPr/>
          <p:nvPr/>
        </p:nvSpPr>
        <p:spPr>
          <a:xfrm>
            <a:off x="1600200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Comparação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protegida</a:t>
            </a:r>
            <a:endParaRPr lang="en-US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4224528"/>
            <a:ext cx="6126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158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5555701"/>
            <a:ext cx="9875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uma base preparada para uma comparação mais justa, o próximo passo foi entender o que realmente diferencia os vinhos de alta qualidade.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Fonte: notebook Fase2_versao_final(5).ipynb • Wine Quality Dataset</a:t>
            </a:r>
          </a:p>
        </p:txBody>
      </p:sp>
      <p:sp>
        <p:nvSpPr>
          <p:cNvPr id="20" name="Text 18"/>
          <p:cNvSpPr/>
          <p:nvPr/>
        </p:nvSpPr>
        <p:spPr>
          <a:xfrm>
            <a:off x="11228832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17F"/>
                </a:solidFill>
              </a:rPr>
              <a:t>05</a:t>
            </a:r>
            <a:endParaRPr lang="en-US" sz="8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741DF2-96AA-4A81-54F0-7752C6B6A9C3}"/>
              </a:ext>
            </a:extLst>
          </p:cNvPr>
          <p:cNvSpPr/>
          <p:nvPr/>
        </p:nvSpPr>
        <p:spPr>
          <a:xfrm>
            <a:off x="4709160" y="4247389"/>
            <a:ext cx="6409555" cy="8366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pt-BR" sz="15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Casos com características idênticas foram mantidos juntos para evitar que a análise fosse favorecida por exemplos já conhecidos.</a:t>
            </a:r>
            <a:endParaRPr lang="en-US" sz="158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E89BDCB9-C12B-AD87-4960-C9F4AF8FCBCF}"/>
              </a:ext>
            </a:extLst>
          </p:cNvPr>
          <p:cNvSpPr/>
          <p:nvPr/>
        </p:nvSpPr>
        <p:spPr>
          <a:xfrm>
            <a:off x="566928" y="5125934"/>
            <a:ext cx="11170920" cy="36000"/>
          </a:xfrm>
          <a:prstGeom prst="line">
            <a:avLst/>
          </a:prstGeom>
          <a:noFill/>
          <a:ln w="17780">
            <a:solidFill>
              <a:srgbClr val="2E7D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premium_assets_v2/data_wine_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A947"/>
          </a:solidFill>
          <a:ln w="12700">
            <a:solidFill>
              <a:srgbClr val="D8A9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21792" y="438912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de negócio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se o histórico dos vinhos pode ajudar a antecipar a qualidade futura</a:t>
            </a:r>
            <a:r>
              <a:rPr lang="en-US" sz="1160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0" dirty="0"/>
          </a:p>
        </p:txBody>
      </p:sp>
      <p:sp>
        <p:nvSpPr>
          <p:cNvPr id="6" name="Shape 3"/>
          <p:cNvSpPr/>
          <p:nvPr/>
        </p:nvSpPr>
        <p:spPr>
          <a:xfrm>
            <a:off x="640080" y="1261872"/>
            <a:ext cx="10881360" cy="0"/>
          </a:xfrm>
          <a:prstGeom prst="line">
            <a:avLst/>
          </a:prstGeom>
          <a:noFill/>
          <a:ln w="12700">
            <a:solidFill>
              <a:srgbClr val="39516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58368" y="1572768"/>
            <a:ext cx="4846320" cy="3602736"/>
          </a:xfrm>
          <a:prstGeom prst="roundRect">
            <a:avLst>
              <a:gd name="adj" fmla="val 4061"/>
            </a:avLst>
          </a:prstGeom>
          <a:solidFill>
            <a:srgbClr val="081D34">
              <a:alpha val="94000"/>
            </a:srgbClr>
          </a:solidFill>
          <a:ln w="13970">
            <a:solidFill>
              <a:srgbClr val="39516D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" y="1572768"/>
            <a:ext cx="73152" cy="3602736"/>
          </a:xfrm>
          <a:prstGeom prst="rect">
            <a:avLst/>
          </a:prstGeom>
          <a:solidFill>
            <a:srgbClr val="D8A947"/>
          </a:solidFill>
          <a:ln w="12700">
            <a:solidFill>
              <a:srgbClr val="D8A9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32688" y="1901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CENTRAL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2212848"/>
            <a:ext cx="41696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possível prever a qualidade de um vinho a partir de suas características?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932688" y="3383280"/>
            <a:ext cx="4151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responder, analisamos vinhos já avaliados e buscamos sinais que aparecem com mais consistência entre os exemplares de alta qualidade.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932688" y="4261104"/>
            <a:ext cx="4087368" cy="0"/>
          </a:xfrm>
          <a:prstGeom prst="line">
            <a:avLst/>
          </a:prstGeom>
          <a:noFill/>
          <a:ln w="12700">
            <a:solidFill>
              <a:srgbClr val="D8A94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32688" y="44805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Oportunidade: transformar o histórico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</a:t>
            </a: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aumentem a chance de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</a:t>
            </a: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vinhos de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r>
              <a:rPr lang="en-US" sz="113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30" b="1" dirty="0" err="1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5806440" y="1572768"/>
            <a:ext cx="5715000" cy="3602736"/>
          </a:xfrm>
          <a:prstGeom prst="roundRect">
            <a:avLst>
              <a:gd name="adj" fmla="val 4061"/>
            </a:avLst>
          </a:prstGeom>
          <a:solidFill>
            <a:srgbClr val="081D34">
              <a:alpha val="94000"/>
            </a:srgbClr>
          </a:solidFill>
          <a:ln w="13970">
            <a:solidFill>
              <a:srgbClr val="39516D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99632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histórico mostra</a:t>
            </a:r>
            <a:endParaRPr lang="en-US" sz="1530" dirty="0"/>
          </a:p>
        </p:txBody>
      </p:sp>
      <p:sp>
        <p:nvSpPr>
          <p:cNvPr id="18" name="Text 15"/>
          <p:cNvSpPr/>
          <p:nvPr/>
        </p:nvSpPr>
        <p:spPr>
          <a:xfrm>
            <a:off x="6217920" y="22128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alta qualidade aparece em uma parcela pequena do histórico.</a:t>
            </a:r>
            <a:endParaRPr lang="en-US" sz="920" dirty="0"/>
          </a:p>
        </p:txBody>
      </p:sp>
      <p:pic>
        <p:nvPicPr>
          <p:cNvPr id="19" name="Image 1" descr="/mnt/data/wine_exec_slide_premium/donu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432304"/>
            <a:ext cx="2505456" cy="250545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50808" y="2596896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06162A"/>
          </a:solidFill>
          <a:ln w="8890">
            <a:solidFill>
              <a:srgbClr val="2A4260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8942832" y="27523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984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592056" y="26974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ou média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B8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0222992" y="30449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70" dirty="0">
                <a:solidFill>
                  <a:srgbClr val="83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86,09%</a:t>
            </a:r>
            <a:endParaRPr lang="en-US" sz="770" dirty="0"/>
          </a:p>
        </p:txBody>
      </p:sp>
      <p:sp>
        <p:nvSpPr>
          <p:cNvPr id="24" name="Shape 20"/>
          <p:cNvSpPr/>
          <p:nvPr/>
        </p:nvSpPr>
        <p:spPr>
          <a:xfrm>
            <a:off x="8750808" y="347472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06162A"/>
          </a:solidFill>
          <a:ln w="11430">
            <a:solidFill>
              <a:srgbClr val="D8A94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8942832" y="36210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592056" y="35844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10222992" y="39319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70" dirty="0">
                <a:solidFill>
                  <a:srgbClr val="83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13,91%</a:t>
            </a:r>
            <a:endParaRPr lang="en-US" sz="770" dirty="0"/>
          </a:p>
        </p:txBody>
      </p:sp>
      <p:sp>
        <p:nvSpPr>
          <p:cNvPr id="28" name="Shape 24"/>
          <p:cNvSpPr/>
          <p:nvPr/>
        </p:nvSpPr>
        <p:spPr>
          <a:xfrm>
            <a:off x="1735756" y="5520730"/>
            <a:ext cx="8927752" cy="676656"/>
          </a:xfrm>
          <a:prstGeom prst="roundRect">
            <a:avLst>
              <a:gd name="adj" fmla="val 16216"/>
            </a:avLst>
          </a:prstGeom>
          <a:solidFill>
            <a:srgbClr val="06172B"/>
          </a:solidFill>
          <a:ln w="13970">
            <a:solidFill>
              <a:srgbClr val="D8A947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/>
          <p:nvPr/>
        </p:nvSpPr>
        <p:spPr>
          <a:xfrm>
            <a:off x="1914753" y="5667034"/>
            <a:ext cx="8569759" cy="42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Vinhos de alta qualidade são minoria. O valor do projeto está em identificar, com antecedência, os sinais que diferenciam os melhores.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8229600" y="6373368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dirty="0">
                <a:solidFill>
                  <a:srgbClr val="839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Wine Quality Dataset • Histórico analisado</a:t>
            </a:r>
            <a:endParaRPr lang="en-US" sz="670" dirty="0"/>
          </a:p>
        </p:txBody>
      </p:sp>
      <p:sp>
        <p:nvSpPr>
          <p:cNvPr id="33" name="Text 29"/>
          <p:cNvSpPr/>
          <p:nvPr/>
        </p:nvSpPr>
        <p:spPr>
          <a:xfrm>
            <a:off x="11274552" y="63733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90" dirty="0"/>
          </a:p>
        </p:txBody>
      </p:sp>
      <p:sp>
        <p:nvSpPr>
          <p:cNvPr id="7" name="Shape 4"/>
          <p:cNvSpPr/>
          <p:nvPr/>
        </p:nvSpPr>
        <p:spPr>
          <a:xfrm>
            <a:off x="8542329" y="4500622"/>
            <a:ext cx="2697480" cy="402336"/>
          </a:xfrm>
          <a:prstGeom prst="roundRect">
            <a:avLst>
              <a:gd name="adj" fmla="val 22727"/>
            </a:avLst>
          </a:prstGeom>
          <a:solidFill>
            <a:srgbClr val="0B2847">
              <a:alpha val="95000"/>
            </a:srgbClr>
          </a:solidFill>
          <a:ln w="12700">
            <a:solidFill>
              <a:srgbClr val="D8A947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8713481" y="4620290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C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analisado: 1.143 vinhos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6269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diff_premium/bg_exec_dark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512064"/>
            <a:ext cx="54864" cy="749808"/>
          </a:xfrm>
          <a:prstGeom prst="rect">
            <a:avLst/>
          </a:prstGeom>
          <a:solidFill>
            <a:srgbClr val="D9A74A"/>
          </a:solidFill>
          <a:ln w="12700">
            <a:solidFill>
              <a:srgbClr val="D9A7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49808" y="4572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diferencia os vinhos de alta qualidade?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68096" y="9692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aponta três sinais que aparecem com mais força nos vinhos melhores.</a:t>
            </a:r>
            <a:endParaRPr lang="en-US" sz="1330" dirty="0"/>
          </a:p>
        </p:txBody>
      </p:sp>
      <p:sp>
        <p:nvSpPr>
          <p:cNvPr id="6" name="Shape 3"/>
          <p:cNvSpPr/>
          <p:nvPr/>
        </p:nvSpPr>
        <p:spPr>
          <a:xfrm>
            <a:off x="658368" y="1572768"/>
            <a:ext cx="10881360" cy="3813048"/>
          </a:xfrm>
          <a:prstGeom prst="roundRect">
            <a:avLst>
              <a:gd name="adj" fmla="val 1918"/>
            </a:avLst>
          </a:prstGeom>
          <a:solidFill>
            <a:srgbClr val="07182C">
              <a:alpha val="86000"/>
            </a:srgbClr>
          </a:solidFill>
          <a:ln w="10160">
            <a:solidFill>
              <a:srgbClr val="6283A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61104" y="1874520"/>
            <a:ext cx="0" cy="3063240"/>
          </a:xfrm>
          <a:prstGeom prst="line">
            <a:avLst/>
          </a:prstGeom>
          <a:noFill/>
          <a:ln w="10160">
            <a:solidFill>
              <a:srgbClr val="5B769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891272" y="1874520"/>
            <a:ext cx="0" cy="3063240"/>
          </a:xfrm>
          <a:prstGeom prst="line">
            <a:avLst/>
          </a:prstGeom>
          <a:noFill/>
          <a:ln w="10160">
            <a:solidFill>
              <a:srgbClr val="5B769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77824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 alcoólico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23544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ALTO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289304" y="4087368"/>
            <a:ext cx="2331720" cy="0"/>
          </a:xfrm>
          <a:prstGeom prst="line">
            <a:avLst/>
          </a:prstGeom>
          <a:noFill/>
          <a:ln w="12700">
            <a:solidFill>
              <a:srgbClr val="55738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1787652" y="3415284"/>
            <a:ext cx="310896" cy="672084"/>
          </a:xfrm>
          <a:prstGeom prst="roundRect">
            <a:avLst>
              <a:gd name="adj" fmla="val 14706"/>
            </a:avLst>
          </a:prstGeom>
          <a:solidFill>
            <a:srgbClr val="213852"/>
          </a:solidFill>
          <a:ln w="8890">
            <a:solidFill>
              <a:srgbClr val="6C7F9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811780" y="3184855"/>
            <a:ext cx="310896" cy="902513"/>
          </a:xfrm>
          <a:prstGeom prst="roundRect">
            <a:avLst>
              <a:gd name="adj" fmla="val 14706"/>
            </a:avLst>
          </a:prstGeom>
          <a:solidFill>
            <a:srgbClr val="D9A74A"/>
          </a:solidFill>
          <a:ln w="8890">
            <a:solidFill>
              <a:srgbClr val="F1C87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586484" y="31135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10612" y="288310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67028" y="41970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Baixa/Média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2510028" y="4197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987552" y="4562856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vinhos de alta qualidade, o valor típico é maior.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07992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Acidez volátil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553712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B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BAIXA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919472" y="4087368"/>
            <a:ext cx="2331720" cy="0"/>
          </a:xfrm>
          <a:prstGeom prst="line">
            <a:avLst/>
          </a:prstGeom>
          <a:noFill/>
          <a:ln w="12700">
            <a:solidFill>
              <a:srgbClr val="55738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417820" y="3204058"/>
            <a:ext cx="310896" cy="883310"/>
          </a:xfrm>
          <a:prstGeom prst="roundRect">
            <a:avLst>
              <a:gd name="adj" fmla="val 14706"/>
            </a:avLst>
          </a:prstGeom>
          <a:solidFill>
            <a:srgbClr val="213852"/>
          </a:solidFill>
          <a:ln w="8890">
            <a:solidFill>
              <a:srgbClr val="6C7F9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6441948" y="3511296"/>
            <a:ext cx="310896" cy="576072"/>
          </a:xfrm>
          <a:prstGeom prst="roundRect">
            <a:avLst>
              <a:gd name="adj" fmla="val 14706"/>
            </a:avLst>
          </a:prstGeom>
          <a:solidFill>
            <a:srgbClr val="D9A74A"/>
          </a:solidFill>
          <a:ln w="8890">
            <a:solidFill>
              <a:srgbClr val="F1C87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216652" y="290230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40780" y="32095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97196" y="41970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Baixa/Média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6140196" y="4197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617720" y="4562856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melhores vinhos aparecem com menor acidez volátil.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138160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Sulfatos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8183880" y="2212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ALTO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549640" y="4087368"/>
            <a:ext cx="2331720" cy="0"/>
          </a:xfrm>
          <a:prstGeom prst="line">
            <a:avLst/>
          </a:prstGeom>
          <a:noFill/>
          <a:ln w="12700">
            <a:solidFill>
              <a:srgbClr val="55738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9047988" y="3415284"/>
            <a:ext cx="310896" cy="672084"/>
          </a:xfrm>
          <a:prstGeom prst="roundRect">
            <a:avLst>
              <a:gd name="adj" fmla="val 14706"/>
            </a:avLst>
          </a:prstGeom>
          <a:solidFill>
            <a:srgbClr val="213852"/>
          </a:solidFill>
          <a:ln w="8890">
            <a:solidFill>
              <a:srgbClr val="6C7F9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10072116" y="3252064"/>
            <a:ext cx="310896" cy="835304"/>
          </a:xfrm>
          <a:prstGeom prst="roundRect">
            <a:avLst>
              <a:gd name="adj" fmla="val 14706"/>
            </a:avLst>
          </a:prstGeom>
          <a:solidFill>
            <a:srgbClr val="D9A74A"/>
          </a:solidFill>
          <a:ln w="8890">
            <a:solidFill>
              <a:srgbClr val="F1C87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8846820" y="31135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870948" y="2950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627364" y="41970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Baixa/Média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9770364" y="4197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1C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8247888" y="4562856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há sinal de maior presença nos vinhos de alta qualidade.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170432" y="5650992"/>
            <a:ext cx="9875520" cy="667512"/>
          </a:xfrm>
          <a:prstGeom prst="roundRect">
            <a:avLst>
              <a:gd name="adj" fmla="val 16438"/>
            </a:avLst>
          </a:prstGeom>
          <a:solidFill>
            <a:srgbClr val="061A31">
              <a:alpha val="95000"/>
            </a:srgbClr>
          </a:solidFill>
          <a:ln w="16510">
            <a:solidFill>
              <a:srgbClr val="D9A74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1463040" y="5797296"/>
            <a:ext cx="928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observado: mais teor alcoólico, menor acidez volátil e mais sulfatos.</a:t>
            </a:r>
            <a:endParaRPr lang="en-US" sz="1730" dirty="0"/>
          </a:p>
        </p:txBody>
      </p:sp>
      <p:sp>
        <p:nvSpPr>
          <p:cNvPr id="41" name="Text 38"/>
          <p:cNvSpPr/>
          <p:nvPr/>
        </p:nvSpPr>
        <p:spPr>
          <a:xfrm>
            <a:off x="3694176" y="6565392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7488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histórico analisado; não representa uma regra absoluta isolada.</a:t>
            </a:r>
            <a:endParaRPr lang="en-US" sz="68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963406BF-2FA2-6504-A9F1-94A99DFAF126}"/>
              </a:ext>
            </a:extLst>
          </p:cNvPr>
          <p:cNvSpPr/>
          <p:nvPr/>
        </p:nvSpPr>
        <p:spPr>
          <a:xfrm>
            <a:off x="11228832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17F"/>
                </a:solidFill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7368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2317B3-FC78-6C4E-7B3F-311815085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1EA12E4-7216-F69E-F9A9-1E0FFB559ED8}"/>
              </a:ext>
            </a:extLst>
          </p:cNvPr>
          <p:cNvSpPr/>
          <p:nvPr/>
        </p:nvSpPr>
        <p:spPr>
          <a:xfrm>
            <a:off x="11416352" y="6421273"/>
            <a:ext cx="286603" cy="211540"/>
          </a:xfrm>
          <a:prstGeom prst="rect">
            <a:avLst/>
          </a:prstGeom>
          <a:solidFill>
            <a:srgbClr val="0001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F262C8B0-F354-1AA0-18AB-03A415B55D9B}"/>
              </a:ext>
            </a:extLst>
          </p:cNvPr>
          <p:cNvSpPr/>
          <p:nvPr/>
        </p:nvSpPr>
        <p:spPr>
          <a:xfrm>
            <a:off x="11228832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17F"/>
                </a:solidFill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0582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premium_assets_v2/data_wine_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9A74A"/>
          </a:solidFill>
          <a:ln w="12700">
            <a:solidFill>
              <a:srgbClr val="D9A7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66928" y="438912"/>
            <a:ext cx="54864" cy="749808"/>
          </a:xfrm>
          <a:prstGeom prst="rect">
            <a:avLst/>
          </a:prstGeom>
          <a:solidFill>
            <a:srgbClr val="D9A74A"/>
          </a:solidFill>
          <a:ln w="12700">
            <a:solidFill>
              <a:srgbClr val="D9A7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9808" y="3931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resultado inicial à escolha final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768096" y="9418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precisava se sustentar em uma avaliação mais exigente.</a:t>
            </a:r>
            <a:endParaRPr lang="en-US" sz="1240" dirty="0"/>
          </a:p>
        </p:txBody>
      </p:sp>
      <p:sp>
        <p:nvSpPr>
          <p:cNvPr id="7" name="Text 4"/>
          <p:cNvSpPr/>
          <p:nvPr/>
        </p:nvSpPr>
        <p:spPr>
          <a:xfrm>
            <a:off x="11109960" y="50292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10" dirty="0"/>
          </a:p>
        </p:txBody>
      </p:sp>
      <p:sp>
        <p:nvSpPr>
          <p:cNvPr id="8" name="Shape 5"/>
          <p:cNvSpPr/>
          <p:nvPr/>
        </p:nvSpPr>
        <p:spPr>
          <a:xfrm>
            <a:off x="749808" y="1298448"/>
            <a:ext cx="10469880" cy="0"/>
          </a:xfrm>
          <a:prstGeom prst="line">
            <a:avLst/>
          </a:prstGeom>
          <a:noFill/>
          <a:ln w="10160">
            <a:solidFill>
              <a:srgbClr val="496984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94944" y="1604772"/>
            <a:ext cx="10808208" cy="3977640"/>
          </a:xfrm>
          <a:prstGeom prst="roundRect">
            <a:avLst>
              <a:gd name="adj" fmla="val 4138"/>
            </a:avLst>
          </a:prstGeom>
          <a:solidFill>
            <a:srgbClr val="06172B">
              <a:alpha val="96000"/>
            </a:srgbClr>
          </a:solidFill>
          <a:ln w="12700">
            <a:solidFill>
              <a:srgbClr val="496984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69264" y="187452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DE DECISÃO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9264" y="2075688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40" dirty="0"/>
          </a:p>
        </p:txBody>
      </p:sp>
      <p:sp>
        <p:nvSpPr>
          <p:cNvPr id="12" name="Shape 9"/>
          <p:cNvSpPr/>
          <p:nvPr/>
        </p:nvSpPr>
        <p:spPr>
          <a:xfrm>
            <a:off x="1920240" y="3526580"/>
            <a:ext cx="8321040" cy="0"/>
          </a:xfrm>
          <a:prstGeom prst="line">
            <a:avLst/>
          </a:prstGeom>
          <a:noFill/>
          <a:ln w="27940">
            <a:solidFill>
              <a:srgbClr val="7490AC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0120" y="2475020"/>
            <a:ext cx="2880360" cy="1874520"/>
          </a:xfrm>
          <a:prstGeom prst="roundRect">
            <a:avLst>
              <a:gd name="adj" fmla="val 7317"/>
            </a:avLst>
          </a:prstGeom>
          <a:solidFill>
            <a:srgbClr val="071C34">
              <a:alpha val="96000"/>
            </a:srgbClr>
          </a:solidFill>
          <a:ln w="12700">
            <a:solidFill>
              <a:srgbClr val="496984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0120" y="2475020"/>
            <a:ext cx="54864" cy="1874520"/>
          </a:xfrm>
          <a:prstGeom prst="rect">
            <a:avLst/>
          </a:prstGeom>
          <a:solidFill>
            <a:srgbClr val="F0C878"/>
          </a:solidFill>
          <a:ln w="12700">
            <a:solidFill>
              <a:srgbClr val="F0C8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188720" y="26853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1920240" y="2795060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abordagens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testadas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88720" y="3407708"/>
            <a:ext cx="2423160" cy="0"/>
          </a:xfrm>
          <a:prstGeom prst="line">
            <a:avLst/>
          </a:prstGeom>
          <a:noFill/>
          <a:ln w="9525">
            <a:solidFill>
              <a:srgbClr val="7490AC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188720" y="362389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02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 quatro abordagens de previsão até chegar à alternativa mais consistente.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4645152" y="2475020"/>
            <a:ext cx="2880360" cy="1874520"/>
          </a:xfrm>
          <a:prstGeom prst="roundRect">
            <a:avLst>
              <a:gd name="adj" fmla="val 7317"/>
            </a:avLst>
          </a:prstGeom>
          <a:solidFill>
            <a:srgbClr val="071C34">
              <a:alpha val="96000"/>
            </a:srgbClr>
          </a:solidFill>
          <a:ln w="12700">
            <a:solidFill>
              <a:srgbClr val="496984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645152" y="2475020"/>
            <a:ext cx="54864" cy="1874520"/>
          </a:xfrm>
          <a:prstGeom prst="rect">
            <a:avLst/>
          </a:prstGeom>
          <a:solidFill>
            <a:srgbClr val="3A8B70"/>
          </a:solidFill>
          <a:ln w="12700">
            <a:solidFill>
              <a:srgbClr val="3A8B7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873752" y="26853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A8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5605272" y="2795060"/>
            <a:ext cx="21762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</a:t>
            </a:r>
            <a:endParaRPr lang="en-US" sz="14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selecionadas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73752" y="3407708"/>
            <a:ext cx="2423160" cy="0"/>
          </a:xfrm>
          <a:prstGeom prst="line">
            <a:avLst/>
          </a:prstGeom>
          <a:noFill/>
          <a:ln w="9525">
            <a:solidFill>
              <a:srgbClr val="7490AC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873752" y="35905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02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alternativas mais promissoras foram ajustadas e comparadas novamente.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321040" y="2475020"/>
            <a:ext cx="2880360" cy="1874520"/>
          </a:xfrm>
          <a:prstGeom prst="roundRect">
            <a:avLst>
              <a:gd name="adj" fmla="val 7317"/>
            </a:avLst>
          </a:prstGeom>
          <a:solidFill>
            <a:srgbClr val="092642">
              <a:alpha val="96000"/>
            </a:srgbClr>
          </a:solidFill>
          <a:ln w="12700">
            <a:solidFill>
              <a:srgbClr val="D9A74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8321040" y="2475020"/>
            <a:ext cx="54864" cy="1874520"/>
          </a:xfrm>
          <a:prstGeom prst="rect">
            <a:avLst/>
          </a:prstGeom>
          <a:solidFill>
            <a:srgbClr val="F0C878"/>
          </a:solidFill>
          <a:ln w="12700">
            <a:solidFill>
              <a:srgbClr val="F0C8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8549640" y="26853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9281160" y="27950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49640" y="3407708"/>
            <a:ext cx="2423160" cy="0"/>
          </a:xfrm>
          <a:prstGeom prst="line">
            <a:avLst/>
          </a:prstGeom>
          <a:noFill/>
          <a:ln w="9525">
            <a:solidFill>
              <a:srgbClr val="7490AC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8549640" y="35905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02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Selecionada por apresentar o melhor equilíbrio nos testes mais rigorosos.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096512" y="3279692"/>
            <a:ext cx="228600" cy="384048"/>
          </a:xfrm>
          <a:prstGeom prst="chevron">
            <a:avLst/>
          </a:prstGeom>
          <a:solidFill>
            <a:srgbClr val="7490AC">
              <a:alpha val="72000"/>
            </a:srgbClr>
          </a:solidFill>
          <a:ln w="12700">
            <a:solidFill>
              <a:srgbClr val="7490A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7772400" y="3279692"/>
            <a:ext cx="228600" cy="384048"/>
          </a:xfrm>
          <a:prstGeom prst="chevron">
            <a:avLst/>
          </a:prstGeom>
          <a:solidFill>
            <a:srgbClr val="7490AC">
              <a:alpha val="72000"/>
            </a:srgbClr>
          </a:solidFill>
          <a:ln w="12700">
            <a:solidFill>
              <a:srgbClr val="7490A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1371600" y="4733588"/>
            <a:ext cx="9454896" cy="402336"/>
          </a:xfrm>
          <a:prstGeom prst="roundRect">
            <a:avLst>
              <a:gd name="adj" fmla="val 22727"/>
            </a:avLst>
          </a:prstGeom>
          <a:solidFill>
            <a:srgbClr val="09233F"/>
          </a:solidFill>
          <a:ln w="10160">
            <a:solidFill>
              <a:srgbClr val="D9A7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1627632" y="4861604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escolha: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3218688" y="4834172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equilíbrio para identificar vinhos de </a:t>
            </a:r>
            <a:r>
              <a:rPr lang="en-US" sz="10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0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</a:t>
            </a: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consistentes</a:t>
            </a: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3195722" y="5870448"/>
            <a:ext cx="6231742" cy="420624"/>
          </a:xfrm>
          <a:prstGeom prst="roundRect">
            <a:avLst>
              <a:gd name="adj" fmla="val 21739"/>
            </a:avLst>
          </a:prstGeom>
          <a:solidFill>
            <a:srgbClr val="06172B"/>
          </a:solidFill>
          <a:ln w="12700">
            <a:solidFill>
              <a:srgbClr val="D9A7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3489204" y="5998464"/>
            <a:ext cx="56447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200" b="1" dirty="0">
                <a:solidFill>
                  <a:srgbClr val="F0C878"/>
                </a:solidFill>
                <a:latin typeface="Arial" pitchFamily="34" charset="0"/>
                <a:cs typeface="Arial" pitchFamily="34" charset="-120"/>
              </a:rPr>
              <a:t>A melhor escolha não foi o maior número, mas o resultado mais consistente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439912" y="647395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60" dirty="0">
                <a:solidFill>
                  <a:srgbClr val="829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análise do histórico Wine Quality Dataset</a:t>
            </a:r>
            <a:endParaRPr lang="en-US" sz="660" dirty="0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C75A7348-88C0-C612-8894-23E82AD81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001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0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ne_premium_assets_v2/data_wine_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B">
              <a:alpha val="94000"/>
            </a:srgbClr>
          </a:solidFill>
          <a:ln w="12700">
            <a:solidFill>
              <a:srgbClr val="0617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A74A"/>
          </a:solidFill>
          <a:ln w="12700">
            <a:solidFill>
              <a:srgbClr val="D9A7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548640" y="466344"/>
            <a:ext cx="54864" cy="731520"/>
          </a:xfrm>
          <a:prstGeom prst="rect">
            <a:avLst/>
          </a:prstGeom>
          <a:solidFill>
            <a:srgbClr val="D9A74A"/>
          </a:solidFill>
          <a:ln w="12700">
            <a:solidFill>
              <a:srgbClr val="D9A7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49808" y="45720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 da abordagem escolhida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68096" y="987552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Percentuais extraídos diretamente da avaliação final registrada no notebook.</a:t>
            </a:r>
            <a:endParaRPr lang="en-US" sz="1210" dirty="0"/>
          </a:p>
        </p:txBody>
      </p:sp>
      <p:sp>
        <p:nvSpPr>
          <p:cNvPr id="8" name="Text 5"/>
          <p:cNvSpPr/>
          <p:nvPr/>
        </p:nvSpPr>
        <p:spPr>
          <a:xfrm>
            <a:off x="11173968" y="52120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749808" y="1353312"/>
            <a:ext cx="10424160" cy="0"/>
          </a:xfrm>
          <a:prstGeom prst="line">
            <a:avLst/>
          </a:prstGeom>
          <a:noFill/>
          <a:ln w="10160">
            <a:solidFill>
              <a:srgbClr val="496984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7936" cy="4462272"/>
          </a:xfrm>
          <a:prstGeom prst="roundRect">
            <a:avLst>
              <a:gd name="adj" fmla="val 3279"/>
            </a:avLst>
          </a:prstGeom>
          <a:solidFill>
            <a:srgbClr val="071C34">
              <a:alpha val="92000"/>
            </a:srgbClr>
          </a:solidFill>
          <a:ln w="12700">
            <a:solidFill>
              <a:srgbClr val="496984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6112" y="188366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os números mostram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96112" y="217627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geral é positivo, mas a principal evolução está em reconhecer mais vinhos de alta qualidade.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868680" y="26151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Acerto geral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868680" y="28986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ampla do resultado</a:t>
            </a:r>
            <a:endParaRPr lang="en-US" sz="810" dirty="0"/>
          </a:p>
        </p:txBody>
      </p:sp>
      <p:sp>
        <p:nvSpPr>
          <p:cNvPr id="15" name="Shape 12"/>
          <p:cNvSpPr/>
          <p:nvPr/>
        </p:nvSpPr>
        <p:spPr>
          <a:xfrm>
            <a:off x="3703320" y="2724912"/>
            <a:ext cx="2880360" cy="155448"/>
          </a:xfrm>
          <a:prstGeom prst="roundRect">
            <a:avLst>
              <a:gd name="adj" fmla="val 41176"/>
            </a:avLst>
          </a:prstGeom>
          <a:solidFill>
            <a:srgbClr val="173251"/>
          </a:solidFill>
          <a:ln w="12700">
            <a:solidFill>
              <a:srgbClr val="173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3703320" y="2724912"/>
            <a:ext cx="2535005" cy="155448"/>
          </a:xfrm>
          <a:prstGeom prst="roundRect">
            <a:avLst>
              <a:gd name="adj" fmla="val 41176"/>
            </a:avLst>
          </a:prstGeom>
          <a:solidFill>
            <a:srgbClr val="6FC6FF"/>
          </a:solidFill>
          <a:ln w="12700">
            <a:solidFill>
              <a:srgbClr val="6FC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784848" y="26334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88,01%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8680" y="3246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corretas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868680" y="35295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apontou alta qualidade</a:t>
            </a:r>
            <a:endParaRPr lang="en-US" sz="810" dirty="0"/>
          </a:p>
        </p:txBody>
      </p:sp>
      <p:sp>
        <p:nvSpPr>
          <p:cNvPr id="20" name="Shape 17"/>
          <p:cNvSpPr/>
          <p:nvPr/>
        </p:nvSpPr>
        <p:spPr>
          <a:xfrm>
            <a:off x="3703320" y="3355848"/>
            <a:ext cx="2880360" cy="155448"/>
          </a:xfrm>
          <a:prstGeom prst="roundRect">
            <a:avLst>
              <a:gd name="adj" fmla="val 41176"/>
            </a:avLst>
          </a:prstGeom>
          <a:solidFill>
            <a:srgbClr val="173251"/>
          </a:solidFill>
          <a:ln w="12700">
            <a:solidFill>
              <a:srgbClr val="173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3703320" y="3355848"/>
            <a:ext cx="1708630" cy="155448"/>
          </a:xfrm>
          <a:prstGeom prst="roundRect">
            <a:avLst>
              <a:gd name="adj" fmla="val 41176"/>
            </a:avLst>
          </a:prstGeom>
          <a:solidFill>
            <a:srgbClr val="39A989"/>
          </a:solidFill>
          <a:ln w="12700">
            <a:solidFill>
              <a:srgbClr val="39A9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784848" y="32644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59,32%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868680" y="38770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qualidade identificada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868680" y="41605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vinhos de alta qualidade encontrados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3703320" y="3986784"/>
            <a:ext cx="2880360" cy="155448"/>
          </a:xfrm>
          <a:prstGeom prst="roundRect">
            <a:avLst>
              <a:gd name="adj" fmla="val 41176"/>
            </a:avLst>
          </a:prstGeom>
          <a:solidFill>
            <a:srgbClr val="173251"/>
          </a:solidFill>
          <a:ln w="12700">
            <a:solidFill>
              <a:srgbClr val="173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3703320" y="3986784"/>
            <a:ext cx="1268223" cy="155448"/>
          </a:xfrm>
          <a:prstGeom prst="roundRect">
            <a:avLst>
              <a:gd name="adj" fmla="val 41176"/>
            </a:avLst>
          </a:prstGeom>
          <a:solidFill>
            <a:srgbClr val="F0C878"/>
          </a:solidFill>
          <a:ln w="12700">
            <a:solidFill>
              <a:srgbClr val="F0C8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784848" y="389534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44,03%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868680" y="4507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E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Equilíbrio da identificação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868680" y="47914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combinada do desempenho</a:t>
            </a:r>
            <a:endParaRPr lang="en-US" sz="810" dirty="0"/>
          </a:p>
        </p:txBody>
      </p:sp>
      <p:sp>
        <p:nvSpPr>
          <p:cNvPr id="30" name="Shape 27"/>
          <p:cNvSpPr/>
          <p:nvPr/>
        </p:nvSpPr>
        <p:spPr>
          <a:xfrm>
            <a:off x="3703320" y="4617720"/>
            <a:ext cx="2880360" cy="155448"/>
          </a:xfrm>
          <a:prstGeom prst="roundRect">
            <a:avLst>
              <a:gd name="adj" fmla="val 41176"/>
            </a:avLst>
          </a:prstGeom>
          <a:solidFill>
            <a:srgbClr val="173251"/>
          </a:solidFill>
          <a:ln w="12700">
            <a:solidFill>
              <a:srgbClr val="173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3703320" y="4617720"/>
            <a:ext cx="1455734" cy="155448"/>
          </a:xfrm>
          <a:prstGeom prst="roundRect">
            <a:avLst>
              <a:gd name="adj" fmla="val 41176"/>
            </a:avLst>
          </a:prstGeom>
          <a:solidFill>
            <a:srgbClr val="AAB8C6"/>
          </a:solidFill>
          <a:ln w="12700">
            <a:solidFill>
              <a:srgbClr val="AAB8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784848" y="45262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50,54%</a:t>
            </a:r>
            <a:endParaRPr lang="en-US" sz="1220" dirty="0"/>
          </a:p>
        </p:txBody>
      </p:sp>
      <p:sp>
        <p:nvSpPr>
          <p:cNvPr id="33" name="Shape 30"/>
          <p:cNvSpPr/>
          <p:nvPr/>
        </p:nvSpPr>
        <p:spPr>
          <a:xfrm>
            <a:off x="7790688" y="1901952"/>
            <a:ext cx="0" cy="3712464"/>
          </a:xfrm>
          <a:prstGeom prst="line">
            <a:avLst/>
          </a:prstGeom>
          <a:noFill/>
          <a:ln w="10160">
            <a:solidFill>
              <a:srgbClr val="49698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8092440" y="1883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executiva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92440" y="21762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sinal de potencial, com limite claro para evolução.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8101584" y="2596896"/>
            <a:ext cx="2697480" cy="1353312"/>
          </a:xfrm>
          <a:prstGeom prst="roundRect">
            <a:avLst>
              <a:gd name="adj" fmla="val 10135"/>
            </a:avLst>
          </a:prstGeom>
          <a:solidFill>
            <a:srgbClr val="071C34">
              <a:alpha val="97000"/>
            </a:srgbClr>
          </a:solidFill>
          <a:ln w="12700">
            <a:solidFill>
              <a:srgbClr val="4969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8302752" y="285292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39A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59,32%</a:t>
            </a:r>
            <a:endParaRPr lang="en-US" sz="3100" dirty="0"/>
          </a:p>
        </p:txBody>
      </p:sp>
      <p:sp>
        <p:nvSpPr>
          <p:cNvPr id="38" name="Text 35"/>
          <p:cNvSpPr/>
          <p:nvPr/>
        </p:nvSpPr>
        <p:spPr>
          <a:xfrm>
            <a:off x="8284464" y="34381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corretas</a:t>
            </a:r>
            <a:endParaRPr lang="en-US" sz="1220" dirty="0"/>
          </a:p>
        </p:txBody>
      </p:sp>
      <p:sp>
        <p:nvSpPr>
          <p:cNvPr id="39" name="Text 36"/>
          <p:cNvSpPr/>
          <p:nvPr/>
        </p:nvSpPr>
        <p:spPr>
          <a:xfrm>
            <a:off x="8357616" y="3694176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indicou alta qualidade, acertou em 59,32% dos casos.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8101584" y="4242816"/>
            <a:ext cx="2697480" cy="1353312"/>
          </a:xfrm>
          <a:prstGeom prst="roundRect">
            <a:avLst>
              <a:gd name="adj" fmla="val 10135"/>
            </a:avLst>
          </a:prstGeom>
          <a:solidFill>
            <a:srgbClr val="0A2544">
              <a:alpha val="97000"/>
            </a:srgbClr>
          </a:solidFill>
          <a:ln w="16510">
            <a:solidFill>
              <a:srgbClr val="D9A74A">
                <a:alpha val="9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8302752" y="44988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44,03%</a:t>
            </a:r>
            <a:endParaRPr lang="en-US" sz="3100" dirty="0"/>
          </a:p>
        </p:txBody>
      </p:sp>
      <p:sp>
        <p:nvSpPr>
          <p:cNvPr id="42" name="Text 39"/>
          <p:cNvSpPr/>
          <p:nvPr/>
        </p:nvSpPr>
        <p:spPr>
          <a:xfrm>
            <a:off x="8284464" y="5084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qualidade identificada</a:t>
            </a:r>
            <a:endParaRPr lang="en-US" sz="1220" dirty="0"/>
          </a:p>
        </p:txBody>
      </p:sp>
      <p:sp>
        <p:nvSpPr>
          <p:cNvPr id="43" name="Text 40"/>
          <p:cNvSpPr/>
          <p:nvPr/>
        </p:nvSpPr>
        <p:spPr>
          <a:xfrm>
            <a:off x="8357616" y="5340096"/>
            <a:ext cx="2185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A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Reconheceu 44,03% dos vinhos de alta qualidade.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640080" y="6309360"/>
            <a:ext cx="10917936" cy="384048"/>
          </a:xfrm>
          <a:prstGeom prst="roundRect">
            <a:avLst>
              <a:gd name="adj" fmla="val 23810"/>
            </a:avLst>
          </a:prstGeom>
          <a:solidFill>
            <a:srgbClr val="04111F"/>
          </a:solidFill>
          <a:ln w="15240">
            <a:solidFill>
              <a:srgbClr val="D9A74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896112" y="6428232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1764792" y="6391656"/>
            <a:ext cx="0" cy="228600"/>
          </a:xfrm>
          <a:prstGeom prst="line">
            <a:avLst/>
          </a:prstGeom>
          <a:noFill/>
          <a:ln w="12700">
            <a:solidFill>
              <a:srgbClr val="D9A7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1975104" y="639165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qualidade pode ser antecipada, mas reconhecer os melhores vinhos ainda é o principal ponto a evoluir.</a:t>
            </a:r>
            <a:endParaRPr lang="en-US" sz="1140" dirty="0"/>
          </a:p>
        </p:txBody>
      </p:sp>
      <p:sp>
        <p:nvSpPr>
          <p:cNvPr id="48" name="Text 45"/>
          <p:cNvSpPr/>
          <p:nvPr/>
        </p:nvSpPr>
        <p:spPr>
          <a:xfrm>
            <a:off x="5760720" y="6729984"/>
            <a:ext cx="54681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50" dirty="0">
                <a:solidFill>
                  <a:srgbClr val="7E9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notebook Fase2_versao_final(5).ipynb • Acurácia 88,01% | Precision 59,32% | Recall 44,03% | F1-Score 50,54%</a:t>
            </a:r>
            <a:endParaRPr lang="en-US" sz="550" dirty="0"/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7ED438F0-ED32-B7E1-7906-C872D3290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19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7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2179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Recomendação executiva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rgbClr val="DCE6F2"/>
                </a:solidFill>
              </a:rPr>
              <a:t>Usar os resultados como apoio à análise da qualidade, enquanto ampliamos os dados e aumentamos a capacidade de identificar vinhos de alta qualidade.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3970">
            <a:solidFill>
              <a:srgbClr val="C7A66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96696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A66B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" y="34015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Aplicar</a:t>
            </a:r>
            <a:r>
              <a:rPr lang="en-US" sz="17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7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6696" y="395020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 a previsão para priorizar análises e apoiar a avaliação da qualidade, sem substituir a decisão especializada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2743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889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00016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A66B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0016" y="34015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Ampliar</a:t>
            </a:r>
            <a:r>
              <a:rPr lang="en-US" sz="17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base de dados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0016" y="395020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pt-BR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mais exemplos de vinhos de alta qualidade para tornar a análise mais representativa.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83880" y="27432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889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03336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A66B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9620" y="341135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8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Ampliar</a:t>
            </a:r>
            <a:r>
              <a:rPr lang="en-US" sz="178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8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78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8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fatores</a:t>
            </a:r>
            <a:r>
              <a:rPr lang="en-US" sz="178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78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qualidade</a:t>
            </a:r>
            <a:endParaRPr lang="en-US" sz="17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03336" y="4039146"/>
            <a:ext cx="3279120" cy="23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novas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aprofundar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fatores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associados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80" dirty="0" err="1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qualidade</a:t>
            </a:r>
            <a:r>
              <a:rPr lang="en-US" sz="1280" dirty="0">
                <a:solidFill>
                  <a:srgbClr val="D1DB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" y="5742432"/>
            <a:ext cx="10607040" cy="0"/>
          </a:xfrm>
          <a:prstGeom prst="line">
            <a:avLst/>
          </a:prstGeom>
          <a:noFill/>
          <a:ln w="15240">
            <a:solidFill>
              <a:srgbClr val="C7A66B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598932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E7EEF8"/>
                </a:solidFill>
              </a:rPr>
              <a:t>Próximo passo:  </a:t>
            </a:r>
            <a:r>
              <a:rPr lang="en-US" sz="1460" b="1" dirty="0" err="1">
                <a:solidFill>
                  <a:srgbClr val="E7EEF8"/>
                </a:solidFill>
              </a:rPr>
              <a:t>Ampliar</a:t>
            </a:r>
            <a:r>
              <a:rPr lang="en-US" sz="1460" b="1" dirty="0">
                <a:solidFill>
                  <a:srgbClr val="E7EEF8"/>
                </a:solidFill>
              </a:rPr>
              <a:t> a base de dados e </a:t>
            </a:r>
            <a:r>
              <a:rPr lang="en-US" sz="1460" b="1" dirty="0" err="1">
                <a:solidFill>
                  <a:srgbClr val="E7EEF8"/>
                </a:solidFill>
              </a:rPr>
              <a:t>testar</a:t>
            </a:r>
            <a:r>
              <a:rPr lang="en-US" sz="1460" b="1" dirty="0">
                <a:solidFill>
                  <a:srgbClr val="E7EEF8"/>
                </a:solidFill>
              </a:rPr>
              <a:t> </a:t>
            </a:r>
            <a:r>
              <a:rPr lang="en-US" sz="1460" b="1" dirty="0" err="1">
                <a:solidFill>
                  <a:srgbClr val="E7EEF8"/>
                </a:solidFill>
              </a:rPr>
              <a:t>novamente</a:t>
            </a:r>
            <a:r>
              <a:rPr lang="en-US" sz="1460" b="1" dirty="0">
                <a:solidFill>
                  <a:srgbClr val="E7EEF8"/>
                </a:solidFill>
              </a:rPr>
              <a:t> a </a:t>
            </a:r>
            <a:r>
              <a:rPr lang="en-US" sz="1460" b="1" dirty="0" err="1">
                <a:solidFill>
                  <a:srgbClr val="E7EEF8"/>
                </a:solidFill>
              </a:rPr>
              <a:t>solução</a:t>
            </a:r>
            <a:r>
              <a:rPr lang="en-US" sz="1460" b="1" dirty="0">
                <a:solidFill>
                  <a:srgbClr val="E7EEF8"/>
                </a:solidFill>
              </a:rPr>
              <a:t>  antes de </a:t>
            </a:r>
            <a:r>
              <a:rPr lang="en-US" sz="1460" b="1" dirty="0" err="1">
                <a:solidFill>
                  <a:srgbClr val="E7EEF8"/>
                </a:solidFill>
              </a:rPr>
              <a:t>uma</a:t>
            </a:r>
            <a:r>
              <a:rPr lang="en-US" sz="1460" b="1" dirty="0">
                <a:solidFill>
                  <a:srgbClr val="E7EEF8"/>
                </a:solidFill>
              </a:rPr>
              <a:t> </a:t>
            </a:r>
            <a:r>
              <a:rPr lang="en-US" sz="1460" b="1" dirty="0" err="1">
                <a:solidFill>
                  <a:srgbClr val="E7EEF8"/>
                </a:solidFill>
              </a:rPr>
              <a:t>aplicação</a:t>
            </a:r>
            <a:r>
              <a:rPr lang="en-US" sz="1460" b="1" dirty="0">
                <a:solidFill>
                  <a:srgbClr val="E7EEF8"/>
                </a:solidFill>
              </a:rPr>
              <a:t> </a:t>
            </a:r>
            <a:r>
              <a:rPr lang="en-US" sz="1460" b="1" dirty="0" err="1">
                <a:solidFill>
                  <a:srgbClr val="E7EEF8"/>
                </a:solidFill>
              </a:rPr>
              <a:t>operacional</a:t>
            </a:r>
            <a:r>
              <a:rPr lang="en-US" sz="1460" b="1" dirty="0">
                <a:solidFill>
                  <a:srgbClr val="E7EEF8"/>
                </a:solidFill>
              </a:rPr>
              <a:t>.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AEBBCD"/>
                </a:solidFill>
              </a:rPr>
              <a:t>Fonte: notebook Fase2_versao_final(5).ipynb • Wine Quality Dataset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11228832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EBBCD"/>
                </a:solidFill>
              </a:rPr>
              <a:t>12</a:t>
            </a:r>
            <a:endParaRPr lang="en-US" sz="8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FA12648-F1FA-1AC5-5A07-D88765F71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72EB704-EF5F-1F93-C682-53DC85B30B15}"/>
              </a:ext>
            </a:extLst>
          </p:cNvPr>
          <p:cNvSpPr txBox="1"/>
          <p:nvPr/>
        </p:nvSpPr>
        <p:spPr>
          <a:xfrm>
            <a:off x="3866147" y="267126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 err="1">
                <a:solidFill>
                  <a:srgbClr val="F1C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</a:t>
            </a:r>
            <a:r>
              <a:rPr lang="en-US" sz="6000" b="1" dirty="0">
                <a:solidFill>
                  <a:srgbClr val="F1C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39555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168677A-B75A-B343-7C1F-CF6C1C3CE160}"/>
              </a:ext>
            </a:extLst>
          </p:cNvPr>
          <p:cNvSpPr txBox="1"/>
          <p:nvPr/>
        </p:nvSpPr>
        <p:spPr>
          <a:xfrm>
            <a:off x="661482" y="875809"/>
            <a:ext cx="8234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hlinkClick r:id="rId2"/>
              </a:rPr>
              <a:t>erikacb1982/</a:t>
            </a:r>
            <a:r>
              <a:rPr lang="pt-BR" sz="2400" dirty="0" err="1">
                <a:hlinkClick r:id="rId2"/>
              </a:rPr>
              <a:t>wine-quality-classification</a:t>
            </a:r>
            <a:r>
              <a:rPr lang="pt-BR" sz="2400" dirty="0">
                <a:hlinkClick r:id="rId2"/>
              </a:rPr>
              <a:t>: Classificação de qualidade de vinhos com Machine Learning — Tech </a:t>
            </a:r>
            <a:r>
              <a:rPr lang="pt-BR" sz="2400" dirty="0" err="1">
                <a:hlinkClick r:id="rId2"/>
              </a:rPr>
              <a:t>Challenge</a:t>
            </a:r>
            <a:r>
              <a:rPr lang="pt-BR" sz="2400" dirty="0">
                <a:hlinkClick r:id="rId2"/>
              </a:rPr>
              <a:t> Fase 2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F9B508-3792-177B-8DD2-26054A5B90B3}"/>
              </a:ext>
            </a:extLst>
          </p:cNvPr>
          <p:cNvSpPr txBox="1"/>
          <p:nvPr/>
        </p:nvSpPr>
        <p:spPr>
          <a:xfrm>
            <a:off x="661482" y="467566"/>
            <a:ext cx="225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Link Github: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048C45-56FE-AA2D-8D05-95BC0458F708}"/>
              </a:ext>
            </a:extLst>
          </p:cNvPr>
          <p:cNvSpPr txBox="1"/>
          <p:nvPr/>
        </p:nvSpPr>
        <p:spPr>
          <a:xfrm>
            <a:off x="813882" y="2857328"/>
            <a:ext cx="404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Link vídeo apresentação: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E1823F-603B-57BF-20BE-565E1F40002B}"/>
              </a:ext>
            </a:extLst>
          </p:cNvPr>
          <p:cNvSpPr txBox="1"/>
          <p:nvPr/>
        </p:nvSpPr>
        <p:spPr>
          <a:xfrm>
            <a:off x="813882" y="3322847"/>
            <a:ext cx="6099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3"/>
              </a:rPr>
              <a:t>https://youtu.be/ahsa6PD0Ddg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435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662</TotalTime>
  <Words>1083</Words>
  <Application>Microsoft Office PowerPoint</Application>
  <PresentationFormat>Widescreen</PresentationFormat>
  <Paragraphs>175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Vinhos | Apresentação Premium</dc:title>
  <dc:subject>Storytelling executivo da análise exploratória e preditiva da qualidade de vinhos</dc:subject>
  <dc:creator>Erika Bernardo</dc:creator>
  <cp:lastModifiedBy>EB</cp:lastModifiedBy>
  <cp:revision>2</cp:revision>
  <dcterms:created xsi:type="dcterms:W3CDTF">2026-08-30T17:38:58Z</dcterms:created>
  <dcterms:modified xsi:type="dcterms:W3CDTF">2026-09-01T01:15:10Z</dcterms:modified>
</cp:coreProperties>
</file>